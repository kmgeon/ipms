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879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72" y="67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presProps" Target="presProps.xml"  /><Relationship Id="rId36" Type="http://schemas.openxmlformats.org/officeDocument/2006/relationships/viewProps" Target="viewProps.xml"  /><Relationship Id="rId37" Type="http://schemas.openxmlformats.org/officeDocument/2006/relationships/theme" Target="theme/theme1.xml"  /><Relationship Id="rId38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F681F726-77BA-44AA-8AB4-CE8972FB44E1}" type="datetime1">
              <a:rPr lang="ko-KR" altLang="en-US"/>
              <a:pPr lvl="0">
                <a:defRPr/>
              </a:pPr>
              <a:t>2022-12-01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C2104DA-1D6A-423A-BA4E-B4C04665678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C2104DA-1D6A-423A-BA4E-B4C04665678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C2104DA-1D6A-423A-BA4E-B4C04665678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C2104DA-1D6A-423A-BA4E-B4C046656787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C2104DA-1D6A-423A-BA4E-B4C046656787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C2104DA-1D6A-423A-BA4E-B4C046656787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D2289-1A7C-4208-D531-E1E01C2CE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8C9A8D-52F3-A068-378C-D87867C56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37F2B3-5296-2C42-3A4D-2109AAE0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1A2592-518A-19FD-FC0F-9E80CFAB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B16C43-F99E-C44E-3ED2-38C3A75AA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32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5D1A6-9F2D-9699-B09F-D08FE461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45FC5-EC98-989F-0243-8A527C2E6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8D367-D1FB-9592-72F6-06772BD8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71D8C5-3CD3-F470-4892-1DF222BE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791E8A-3F17-3449-0F4B-930729B20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36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46561-A317-D603-5346-72F6EA12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6251C2-5B9E-BDD3-AFFE-CC487A830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E832EA-A227-021D-7B11-E67048E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DA41A7-3BF8-F5E3-692E-80D0D8A0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F3C3F3-E9DF-D9DA-BD80-D583AD6A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6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DD624-2453-94EE-9E2E-8AC89478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F6D1F2-E28A-4790-B984-0FD88851A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94D8C7-EF24-7DD6-92DB-7AB7629C0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1F245B-2CF2-D823-7FBF-A0AC6CFBD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BF8291-74EF-6B31-4878-4230CD3B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FBEF8C-3CD7-D1FE-FCD9-7331863D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18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9DD82-B0BB-7BA8-9337-C61AF0B2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B8C9C3-EEBA-FC79-E306-C52576A47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7BAA01-374E-F165-8CD7-6BC39627A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456EA8-FD99-83EC-B557-9FAABAADB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EB73AF-1998-8F9F-4580-50152521C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1A0C1B-6FB8-629D-B409-068F7B0EA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E42756-BA28-A350-EA40-89FFE8DF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50655F-7201-EF99-2900-03A2B8F0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91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673B2-9330-441F-B8EF-94FF1959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A4DAFC-FDD7-DE69-221B-D5128D9B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BDDECA-2C63-A47D-4BB9-09F77399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26F149-7F75-A41E-8E59-08220606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91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A01D14-EAD7-C8A9-65A1-4CC928DA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6B07AB-3423-9F0B-8DF3-4EF172DD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54F55C-A02C-AF5D-D064-BF6B778F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137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E2A5E-EB02-6ABC-A0CF-88CFAF33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B4EC56-BC7E-5C15-45BC-20CB74BDC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5EDE77-33C5-8ECB-9C83-A60ADE5E9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AA1370-8C18-3B12-9FCF-20003232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45744D-27FC-304D-1BCB-4D44EC99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C001B9-1E9F-EBEB-ED6B-B1C0C7A4F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80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D4EE5C-D399-C4EF-722E-C3DA9397C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CC81C9-6E29-6776-DE74-57F55C1FB3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E0464F-B6CE-DE6D-423A-CBC98D6EC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D817CB-608B-9567-E3EE-BEE1B27C4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9F89E6-6A3D-BD5E-6169-BCBC8EF9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D20F58-92CB-2CCB-0AF0-78C711C3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99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6CF0A-FD9F-06F9-62E6-B8D3F2B6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94FCAC-65AA-0CFB-19AB-78B4C6E7F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57B3CC-85A1-8CAD-585D-8F7E8595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6336BB-C339-A442-7E52-8B8429C4B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5A7BE-D8B9-B1B6-152F-5B7C91F0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653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0795FF-576F-8FDE-A0F9-DFE7677B0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A9D636-0C13-C296-BB57-343E4FF78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074CE4-0156-445B-8C28-72FD3722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E9BAD4-73A8-BF08-EEA6-04D72E7E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7C935B-9615-ED37-60D6-54771E4B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559513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286D1-EF8B-CCD6-F460-8A5EB79F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49EC1C-B458-4120-A7EB-F60F9B7E5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0E88D4-C742-077A-60E8-8D777AABC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02CAC-2D40-4A3E-86BF-9CC3942BE325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57529-3C43-2EA8-75CB-EE8C8C11D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3398B6-A275-D09F-F6C9-40E6A718F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91EFA-F99F-4AB1-BE41-22BF95D81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93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11341" y="-1"/>
            <a:ext cx="12214682" cy="62865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5373" y="757031"/>
            <a:ext cx="4598505" cy="118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7200" b="1">
                <a:solidFill>
                  <a:schemeClr val="bg1"/>
                </a:solidFill>
                <a:latin typeface="+mj-lt"/>
              </a:rPr>
              <a:t>IPMS</a:t>
            </a:r>
            <a:endParaRPr lang="en-US" altLang="ko-KR" sz="7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06088" y="2727751"/>
            <a:ext cx="5511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800" b="1">
                <a:solidFill>
                  <a:schemeClr val="bg1"/>
                </a:solidFill>
                <a:latin typeface="+mj-lt"/>
              </a:rPr>
              <a:t>프로세스</a:t>
            </a:r>
            <a:r>
              <a:rPr lang="en-US" altLang="ko-KR" sz="4800" b="1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4800" b="1">
                <a:solidFill>
                  <a:schemeClr val="bg1"/>
                </a:solidFill>
                <a:latin typeface="+mj-lt"/>
              </a:rPr>
              <a:t>흐름도</a:t>
            </a:r>
            <a:endParaRPr lang="ko-KR" altLang="en-US" sz="48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08544" y="5047044"/>
            <a:ext cx="3361041" cy="81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400" b="1">
                <a:solidFill>
                  <a:schemeClr val="bg1"/>
                </a:solidFill>
                <a:latin typeface="+mj-lt"/>
              </a:rPr>
              <a:t>작성일   </a:t>
            </a:r>
            <a:r>
              <a:rPr lang="en-US" altLang="ko-KR" sz="2400" b="1">
                <a:solidFill>
                  <a:schemeClr val="bg1"/>
                </a:solidFill>
                <a:latin typeface="+mj-lt"/>
              </a:rPr>
              <a:t>2022.11.28</a:t>
            </a:r>
            <a:endParaRPr lang="en-US" altLang="ko-KR" sz="2400" b="1">
              <a:solidFill>
                <a:schemeClr val="bg1"/>
              </a:solidFill>
              <a:latin typeface="+mj-lt"/>
            </a:endParaRPr>
          </a:p>
          <a:p>
            <a:pPr lvl="0">
              <a:defRPr/>
            </a:pPr>
            <a:r>
              <a:rPr lang="en-US" altLang="ko-KR" sz="2400" b="1">
                <a:solidFill>
                  <a:schemeClr val="bg1"/>
                </a:solidFill>
                <a:latin typeface="+mj-lt"/>
              </a:rPr>
              <a:t>Team</a:t>
            </a:r>
            <a:r>
              <a:rPr lang="ko-KR" altLang="en-US" sz="2400" b="1">
                <a:solidFill>
                  <a:schemeClr val="bg1"/>
                </a:solidFill>
                <a:latin typeface="+mj-lt"/>
              </a:rPr>
              <a:t>     너만오면</a:t>
            </a:r>
            <a:r>
              <a:rPr lang="en-US" altLang="ko-KR" sz="2400" b="1">
                <a:solidFill>
                  <a:schemeClr val="bg1"/>
                </a:solidFill>
                <a:latin typeface="+mj-lt"/>
              </a:rPr>
              <a:t> Go!</a:t>
            </a:r>
            <a:endParaRPr lang="en-US" altLang="ko-KR" sz="2400" b="1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f55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-11341" y="-2"/>
            <a:ext cx="12214682" cy="685800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사각형: 둥근 모서리 1"/>
          <p:cNvSpPr/>
          <p:nvPr/>
        </p:nvSpPr>
        <p:spPr>
          <a:xfrm>
            <a:off x="495300" y="1046922"/>
            <a:ext cx="11201400" cy="5443331"/>
          </a:xfrm>
          <a:prstGeom prst="roundRect">
            <a:avLst>
              <a:gd name="adj" fmla="val 1063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95301" y="200295"/>
            <a:ext cx="3427342" cy="69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>
                <a:solidFill>
                  <a:schemeClr val="bg1"/>
                </a:solidFill>
                <a:latin typeface="+mj-lt"/>
              </a:rPr>
              <a:t>Grampus</a:t>
            </a:r>
            <a:endParaRPr lang="en-US" altLang="ko-KR" sz="4400" b="1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9" name="표 4"/>
          <p:cNvGraphicFramePr>
            <a:graphicFrameLocks noGrp="1"/>
          </p:cNvGraphicFramePr>
          <p:nvPr/>
        </p:nvGraphicFramePr>
        <p:xfrm>
          <a:off x="1002695" y="1649049"/>
          <a:ext cx="10212735" cy="42652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65081"/>
                <a:gridCol w="1970905"/>
                <a:gridCol w="3078174"/>
                <a:gridCol w="1828800"/>
                <a:gridCol w="1669775"/>
              </a:tblGrid>
              <a:tr h="544968">
                <a:tc gridSpan="5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en-US" altLang="ko-KR" sz="5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2000">
                          <a:solidFill>
                            <a:schemeClr val="tx1"/>
                          </a:solidFill>
                        </a:rPr>
                        <a:t>문서 개정 이력표</a:t>
                      </a:r>
                      <a:endParaRPr lang="en-US" altLang="ko-KR" sz="2000">
                        <a:solidFill>
                          <a:schemeClr val="tx1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31462">
                <a:tc gridSpan="2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문서명</a:t>
                      </a:r>
                      <a:endParaRPr lang="ko-KR" altLang="en-US" sz="1600" b="1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3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프로세스 흐름도</a:t>
                      </a:r>
                      <a:endParaRPr lang="en-US" altLang="ko-KR" sz="1600" b="1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31462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버전</a:t>
                      </a:r>
                      <a:endParaRPr lang="ko-KR" altLang="en-US" sz="1600" b="1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날짜</a:t>
                      </a:r>
                      <a:endParaRPr lang="ko-KR" altLang="en-US" sz="1600" b="1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내용</a:t>
                      </a:r>
                      <a:endParaRPr lang="ko-KR" altLang="en-US" sz="1600" b="1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작성자</a:t>
                      </a:r>
                      <a:endParaRPr lang="ko-KR" altLang="en-US" sz="1600" b="1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승인자</a:t>
                      </a:r>
                      <a:endParaRPr lang="ko-KR" altLang="en-US" sz="1600" b="1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531462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V1.0</a:t>
                      </a:r>
                      <a:endParaRPr lang="ko-KR" altLang="en-US" sz="16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최조 제정 및 내용 작성</a:t>
                      </a:r>
                      <a:endParaRPr lang="ko-KR" altLang="en-US" sz="16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 sz="160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531462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531462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531462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531462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/>
          <p:cNvSpPr/>
          <p:nvPr/>
        </p:nvSpPr>
        <p:spPr>
          <a:xfrm>
            <a:off x="1229212" y="3630018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회원가입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회원가입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2" name="사각형: 둥근 모서리 11"/>
          <p:cNvSpPr/>
          <p:nvPr/>
        </p:nvSpPr>
        <p:spPr>
          <a:xfrm>
            <a:off x="4423199" y="4576780"/>
            <a:ext cx="1103774" cy="68484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기술스택</a:t>
            </a:r>
            <a:endParaRPr lang="ko-KR" altLang="en-US" sz="1600"/>
          </a:p>
        </p:txBody>
      </p:sp>
      <p:sp>
        <p:nvSpPr>
          <p:cNvPr id="6" name="사각형: 둥근 모서리 5"/>
          <p:cNvSpPr/>
          <p:nvPr/>
        </p:nvSpPr>
        <p:spPr>
          <a:xfrm>
            <a:off x="8736834" y="3594771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가입 완료</a:t>
            </a:r>
            <a:endParaRPr lang="ko-KR" altLang="en-US" sz="1600"/>
          </a:p>
        </p:txBody>
      </p:sp>
      <p:sp>
        <p:nvSpPr>
          <p:cNvPr id="45" name="사각형: 둥근 모서리 44"/>
          <p:cNvSpPr/>
          <p:nvPr/>
        </p:nvSpPr>
        <p:spPr>
          <a:xfrm>
            <a:off x="3809862" y="3827806"/>
            <a:ext cx="1103774" cy="68484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핸드폰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번호 </a:t>
            </a:r>
            <a:endParaRPr lang="ko-KR" altLang="en-US" sz="1600"/>
          </a:p>
        </p:txBody>
      </p:sp>
      <p:sp>
        <p:nvSpPr>
          <p:cNvPr id="46" name="사각형: 둥근 모서리 45"/>
          <p:cNvSpPr/>
          <p:nvPr/>
        </p:nvSpPr>
        <p:spPr>
          <a:xfrm>
            <a:off x="4992226" y="3822850"/>
            <a:ext cx="1103774" cy="68484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분야    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입력</a:t>
            </a:r>
            <a:endParaRPr lang="ko-KR" altLang="en-US" sz="1600"/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3120746" y="4013767"/>
            <a:ext cx="68911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stCxn id="60" idx="3"/>
            <a:endCxn id="6" idx="1"/>
          </p:cNvCxnSpPr>
          <p:nvPr/>
        </p:nvCxnSpPr>
        <p:spPr>
          <a:xfrm flipV="1">
            <a:off x="7900606" y="4008599"/>
            <a:ext cx="836228" cy="4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11"/>
          <p:cNvSpPr/>
          <p:nvPr/>
        </p:nvSpPr>
        <p:spPr>
          <a:xfrm>
            <a:off x="6796832" y="3666634"/>
            <a:ext cx="1103774" cy="68484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이메일  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인증</a:t>
            </a:r>
            <a:endParaRPr lang="ko-KR" altLang="en-US" sz="1600"/>
          </a:p>
        </p:txBody>
      </p:sp>
      <p:sp>
        <p:nvSpPr>
          <p:cNvPr id="61" name="사각형: 둥근 모서리 11"/>
          <p:cNvSpPr/>
          <p:nvPr/>
        </p:nvSpPr>
        <p:spPr>
          <a:xfrm>
            <a:off x="3816365" y="3086578"/>
            <a:ext cx="1103774" cy="68484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이메일 입력</a:t>
            </a:r>
            <a:endParaRPr lang="ko-KR" altLang="en-US" sz="1600"/>
          </a:p>
        </p:txBody>
      </p:sp>
      <p:sp>
        <p:nvSpPr>
          <p:cNvPr id="62" name="사각형: 둥근 모서리 11"/>
          <p:cNvSpPr/>
          <p:nvPr/>
        </p:nvSpPr>
        <p:spPr>
          <a:xfrm>
            <a:off x="4998080" y="3077668"/>
            <a:ext cx="1103774" cy="68484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비밀번호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입력</a:t>
            </a:r>
            <a:endParaRPr lang="ko-KR" altLang="en-US" sz="1600"/>
          </a:p>
        </p:txBody>
      </p:sp>
      <p:cxnSp>
        <p:nvCxnSpPr>
          <p:cNvPr id="70" name="직선 화살표 연결선 39"/>
          <p:cNvCxnSpPr/>
          <p:nvPr/>
        </p:nvCxnSpPr>
        <p:spPr>
          <a:xfrm>
            <a:off x="6103458" y="3976528"/>
            <a:ext cx="684983" cy="84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170758" y="3542730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메인화면</a:t>
            </a:r>
            <a:endParaRPr lang="ko-KR" altLang="en-US" sz="1600"/>
          </a:p>
        </p:txBody>
      </p:sp>
      <p:sp>
        <p:nvSpPr>
          <p:cNvPr id="8" name="사각형: 둥근 모서리 7"/>
          <p:cNvSpPr/>
          <p:nvPr/>
        </p:nvSpPr>
        <p:spPr>
          <a:xfrm>
            <a:off x="2735125" y="1748002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로그인</a:t>
            </a:r>
            <a:endParaRPr lang="ko-KR" altLang="en-US" sz="1600"/>
          </a:p>
        </p:txBody>
      </p:sp>
      <p:sp>
        <p:nvSpPr>
          <p:cNvPr id="9" name="사각형: 둥근 모서리 8"/>
          <p:cNvSpPr/>
          <p:nvPr/>
        </p:nvSpPr>
        <p:spPr>
          <a:xfrm>
            <a:off x="2684994" y="4076404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비밀번호 찾기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로그인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/ 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로그아웃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1" name="사각형: 둥근 모서리 10"/>
          <p:cNvSpPr/>
          <p:nvPr/>
        </p:nvSpPr>
        <p:spPr>
          <a:xfrm>
            <a:off x="2684994" y="5489062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로그아웃</a:t>
            </a:r>
            <a:endParaRPr lang="ko-KR" altLang="en-US" sz="1600"/>
          </a:p>
        </p:txBody>
      </p:sp>
      <p:sp>
        <p:nvSpPr>
          <p:cNvPr id="12" name="사각형: 둥근 모서리 11"/>
          <p:cNvSpPr/>
          <p:nvPr/>
        </p:nvSpPr>
        <p:spPr>
          <a:xfrm>
            <a:off x="5214202" y="1733380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아이디 </a:t>
            </a:r>
            <a:r>
              <a:rPr lang="en-US" altLang="ko-KR" sz="1600"/>
              <a:t>/ </a:t>
            </a:r>
            <a:endParaRPr lang="en-US" altLang="ko-KR" sz="1600"/>
          </a:p>
          <a:p>
            <a:pPr algn="ctr">
              <a:defRPr/>
            </a:pPr>
            <a:r>
              <a:rPr lang="ko-KR" altLang="en-US" sz="1600"/>
              <a:t>비밀번호 입력</a:t>
            </a:r>
            <a:endParaRPr lang="ko-KR" altLang="en-US" sz="1600"/>
          </a:p>
        </p:txBody>
      </p:sp>
      <p:sp>
        <p:nvSpPr>
          <p:cNvPr id="6" name="사각형: 둥근 모서리 5"/>
          <p:cNvSpPr/>
          <p:nvPr/>
        </p:nvSpPr>
        <p:spPr>
          <a:xfrm>
            <a:off x="9944130" y="4072248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로그인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페이지 출력</a:t>
            </a:r>
            <a:endParaRPr lang="ko-KR" altLang="en-US" sz="1600"/>
          </a:p>
        </p:txBody>
      </p:sp>
      <p:sp>
        <p:nvSpPr>
          <p:cNvPr id="13" name="사각형: 둥근 모서리 12"/>
          <p:cNvSpPr/>
          <p:nvPr/>
        </p:nvSpPr>
        <p:spPr>
          <a:xfrm>
            <a:off x="5160260" y="4066768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이메일 인증</a:t>
            </a:r>
            <a:endParaRPr lang="ko-KR" altLang="en-US" sz="1600"/>
          </a:p>
        </p:txBody>
      </p:sp>
      <p:cxnSp>
        <p:nvCxnSpPr>
          <p:cNvPr id="17" name="직선 화살표 연결선 16"/>
          <p:cNvCxnSpPr>
            <a:stCxn id="5" idx="3"/>
            <a:endCxn id="9" idx="1"/>
          </p:cNvCxnSpPr>
          <p:nvPr/>
        </p:nvCxnSpPr>
        <p:spPr>
          <a:xfrm>
            <a:off x="1725506" y="3886521"/>
            <a:ext cx="959487" cy="5336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5" idx="3"/>
            <a:endCxn id="8" idx="1"/>
          </p:cNvCxnSpPr>
          <p:nvPr/>
        </p:nvCxnSpPr>
        <p:spPr>
          <a:xfrm rot="5400000" flipH="1" flipV="1">
            <a:off x="1332951" y="2484348"/>
            <a:ext cx="1794728" cy="10096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5" idx="3"/>
            <a:endCxn id="11" idx="1"/>
          </p:cNvCxnSpPr>
          <p:nvPr/>
        </p:nvCxnSpPr>
        <p:spPr>
          <a:xfrm rot="16200000" flipH="1">
            <a:off x="1232084" y="4379943"/>
            <a:ext cx="1946331" cy="9594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9" idx="3"/>
            <a:endCxn id="13" idx="1"/>
          </p:cNvCxnSpPr>
          <p:nvPr/>
        </p:nvCxnSpPr>
        <p:spPr>
          <a:xfrm flipV="1">
            <a:off x="4239742" y="4410559"/>
            <a:ext cx="920517" cy="96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13" idx="3"/>
            <a:endCxn id="80" idx="1"/>
          </p:cNvCxnSpPr>
          <p:nvPr/>
        </p:nvCxnSpPr>
        <p:spPr>
          <a:xfrm flipV="1">
            <a:off x="6715008" y="4409329"/>
            <a:ext cx="795885" cy="12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8" idx="3"/>
            <a:endCxn id="12" idx="1"/>
          </p:cNvCxnSpPr>
          <p:nvPr/>
        </p:nvCxnSpPr>
        <p:spPr>
          <a:xfrm flipV="1">
            <a:off x="4289874" y="2077171"/>
            <a:ext cx="924328" cy="146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/>
          <p:cNvSpPr/>
          <p:nvPr/>
        </p:nvSpPr>
        <p:spPr>
          <a:xfrm>
            <a:off x="5160260" y="5489062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비회원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메인페이지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출력</a:t>
            </a:r>
            <a:endParaRPr lang="ko-KR" altLang="en-US" sz="1600"/>
          </a:p>
        </p:txBody>
      </p:sp>
      <p:cxnSp>
        <p:nvCxnSpPr>
          <p:cNvPr id="55" name="직선 화살표 연결선 54"/>
          <p:cNvCxnSpPr>
            <a:stCxn id="11" idx="3"/>
            <a:endCxn id="54" idx="1"/>
          </p:cNvCxnSpPr>
          <p:nvPr/>
        </p:nvCxnSpPr>
        <p:spPr>
          <a:xfrm>
            <a:off x="4239742" y="5832853"/>
            <a:ext cx="92051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사각형: 둥근 모서리 74"/>
          <p:cNvSpPr/>
          <p:nvPr/>
        </p:nvSpPr>
        <p:spPr>
          <a:xfrm>
            <a:off x="9947409" y="1723677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선택 </a:t>
            </a:r>
            <a:endParaRPr lang="ko-KR" altLang="en-US" sz="1600"/>
          </a:p>
        </p:txBody>
      </p:sp>
      <p:cxnSp>
        <p:nvCxnSpPr>
          <p:cNvPr id="77" name="직선 화살표 연결선 76"/>
          <p:cNvCxnSpPr>
            <a:stCxn id="93" idx="3"/>
            <a:endCxn id="75" idx="1"/>
          </p:cNvCxnSpPr>
          <p:nvPr/>
        </p:nvCxnSpPr>
        <p:spPr>
          <a:xfrm flipV="1">
            <a:off x="9038142" y="2067468"/>
            <a:ext cx="909267" cy="97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사각형: 둥근 모서리 12"/>
          <p:cNvSpPr/>
          <p:nvPr/>
        </p:nvSpPr>
        <p:spPr>
          <a:xfrm>
            <a:off x="7510894" y="4065538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새로운 비밀번호 입력</a:t>
            </a:r>
            <a:endParaRPr lang="ko-KR" altLang="en-US" sz="1600"/>
          </a:p>
        </p:txBody>
      </p:sp>
      <p:cxnSp>
        <p:nvCxnSpPr>
          <p:cNvPr id="83" name="직선 화살표 연결선 37"/>
          <p:cNvCxnSpPr>
            <a:stCxn id="80" idx="3"/>
            <a:endCxn id="6" idx="1"/>
          </p:cNvCxnSpPr>
          <p:nvPr/>
        </p:nvCxnSpPr>
        <p:spPr>
          <a:xfrm>
            <a:off x="9065642" y="4409329"/>
            <a:ext cx="878488" cy="67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사각형: 둥근 모서리 8"/>
          <p:cNvSpPr/>
          <p:nvPr/>
        </p:nvSpPr>
        <p:spPr>
          <a:xfrm>
            <a:off x="2749162" y="2905330"/>
            <a:ext cx="1554748" cy="687582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아이디 찾기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6" name="사각형: 둥근 모서리 12"/>
          <p:cNvSpPr/>
          <p:nvPr/>
        </p:nvSpPr>
        <p:spPr>
          <a:xfrm>
            <a:off x="5224429" y="2895694"/>
            <a:ext cx="1554748" cy="687582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핸드폰 번호 인증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87" name="직선 화살표 연결선 32"/>
          <p:cNvCxnSpPr>
            <a:stCxn id="84" idx="3"/>
            <a:endCxn id="86" idx="1"/>
          </p:cNvCxnSpPr>
          <p:nvPr/>
        </p:nvCxnSpPr>
        <p:spPr>
          <a:xfrm flipV="1">
            <a:off x="4303911" y="3239485"/>
            <a:ext cx="920518" cy="9636"/>
          </a:xfrm>
          <a:prstGeom prst="straightConnector1">
            <a:avLst/>
          </a:prstGeom>
          <a:noFill/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triangle"/>
          </a:ln>
        </p:spPr>
      </p:cxnSp>
      <p:cxnSp>
        <p:nvCxnSpPr>
          <p:cNvPr id="88" name="직선 화살표 연결선 37"/>
          <p:cNvCxnSpPr>
            <a:stCxn id="86" idx="3"/>
            <a:endCxn id="89" idx="1"/>
          </p:cNvCxnSpPr>
          <p:nvPr/>
        </p:nvCxnSpPr>
        <p:spPr>
          <a:xfrm flipV="1">
            <a:off x="6779177" y="3238255"/>
            <a:ext cx="795885" cy="1230"/>
          </a:xfrm>
          <a:prstGeom prst="straightConnector1">
            <a:avLst/>
          </a:prstGeom>
          <a:noFill/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triangle"/>
          </a:ln>
        </p:spPr>
      </p:cxnSp>
      <p:sp>
        <p:nvSpPr>
          <p:cNvPr id="89" name="사각형: 둥근 모서리 12"/>
          <p:cNvSpPr/>
          <p:nvPr/>
        </p:nvSpPr>
        <p:spPr>
          <a:xfrm>
            <a:off x="7575063" y="2894464"/>
            <a:ext cx="1554748" cy="687582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아이디 출력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91" name="직선 화살표 연결선 16"/>
          <p:cNvCxnSpPr>
            <a:stCxn id="5" idx="3"/>
            <a:endCxn id="84" idx="1"/>
          </p:cNvCxnSpPr>
          <p:nvPr/>
        </p:nvCxnSpPr>
        <p:spPr>
          <a:xfrm flipV="1">
            <a:off x="1725506" y="3249121"/>
            <a:ext cx="1023655" cy="637400"/>
          </a:xfrm>
          <a:prstGeom prst="straightConnector1">
            <a:avLst/>
          </a:prstGeom>
          <a:noFill/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triangle"/>
          </a:ln>
        </p:spPr>
      </p:cxnSp>
      <p:sp>
        <p:nvSpPr>
          <p:cNvPr id="93" name="사각형: 둥근 모서리 11"/>
          <p:cNvSpPr/>
          <p:nvPr/>
        </p:nvSpPr>
        <p:spPr>
          <a:xfrm>
            <a:off x="7483393" y="1733380"/>
            <a:ext cx="1554748" cy="68758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로그인 성공</a:t>
            </a:r>
            <a:endParaRPr lang="ko-KR" altLang="en-US" sz="1600"/>
          </a:p>
        </p:txBody>
      </p:sp>
      <p:cxnSp>
        <p:nvCxnSpPr>
          <p:cNvPr id="94" name="직선 화살표 연결선 76"/>
          <p:cNvCxnSpPr>
            <a:stCxn id="12" idx="3"/>
            <a:endCxn id="93" idx="1"/>
          </p:cNvCxnSpPr>
          <p:nvPr/>
        </p:nvCxnSpPr>
        <p:spPr>
          <a:xfrm>
            <a:off x="6768950" y="2077171"/>
            <a:ext cx="71444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프로젝트 공고 조회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1" name="사각형: 둥근 모서리 4"/>
          <p:cNvSpPr/>
          <p:nvPr/>
        </p:nvSpPr>
        <p:spPr>
          <a:xfrm>
            <a:off x="1314777" y="2693249"/>
            <a:ext cx="1208465" cy="529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회원</a:t>
            </a:r>
            <a:endParaRPr lang="ko-KR" altLang="en-US" sz="1600"/>
          </a:p>
        </p:txBody>
      </p:sp>
      <p:sp>
        <p:nvSpPr>
          <p:cNvPr id="25" name="사각형: 둥근 모서리 4"/>
          <p:cNvSpPr/>
          <p:nvPr/>
        </p:nvSpPr>
        <p:spPr>
          <a:xfrm>
            <a:off x="1314777" y="4999793"/>
            <a:ext cx="1208465" cy="529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비회원</a:t>
            </a:r>
            <a:endParaRPr lang="ko-KR" altLang="en-US" sz="1600"/>
          </a:p>
        </p:txBody>
      </p:sp>
      <p:sp>
        <p:nvSpPr>
          <p:cNvPr id="30" name="사각형: 둥근 모서리 4"/>
          <p:cNvSpPr/>
          <p:nvPr/>
        </p:nvSpPr>
        <p:spPr>
          <a:xfrm>
            <a:off x="3434556" y="4999793"/>
            <a:ext cx="1208465" cy="529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공고 조회</a:t>
            </a:r>
            <a:endParaRPr lang="ko-KR" altLang="en-US" sz="1600"/>
          </a:p>
        </p:txBody>
      </p:sp>
      <p:cxnSp>
        <p:nvCxnSpPr>
          <p:cNvPr id="31" name="직선 화살표 연결선 39"/>
          <p:cNvCxnSpPr>
            <a:stCxn id="25" idx="3"/>
            <a:endCxn id="30" idx="1"/>
          </p:cNvCxnSpPr>
          <p:nvPr/>
        </p:nvCxnSpPr>
        <p:spPr>
          <a:xfrm>
            <a:off x="2523242" y="5264531"/>
            <a:ext cx="91131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9"/>
          <p:cNvCxnSpPr>
            <a:endCxn id="36" idx="0"/>
          </p:cNvCxnSpPr>
          <p:nvPr/>
        </p:nvCxnSpPr>
        <p:spPr>
          <a:xfrm>
            <a:off x="4615007" y="2957987"/>
            <a:ext cx="1725656" cy="7998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4"/>
          <p:cNvSpPr/>
          <p:nvPr/>
        </p:nvSpPr>
        <p:spPr>
          <a:xfrm>
            <a:off x="5563673" y="3757808"/>
            <a:ext cx="1553980" cy="529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공고 리스트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출력</a:t>
            </a:r>
            <a:endParaRPr lang="ko-KR" altLang="en-US" sz="1600"/>
          </a:p>
        </p:txBody>
      </p:sp>
      <p:sp>
        <p:nvSpPr>
          <p:cNvPr id="37" name="사각형: 둥근 모서리 4"/>
          <p:cNvSpPr/>
          <p:nvPr/>
        </p:nvSpPr>
        <p:spPr>
          <a:xfrm>
            <a:off x="3397204" y="2693249"/>
            <a:ext cx="1208465" cy="529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대쉬보드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공고조회</a:t>
            </a:r>
            <a:endParaRPr lang="ko-KR" altLang="en-US" sz="1600"/>
          </a:p>
        </p:txBody>
      </p:sp>
      <p:cxnSp>
        <p:nvCxnSpPr>
          <p:cNvPr id="38" name="직선 화살표 연결선 39"/>
          <p:cNvCxnSpPr>
            <a:stCxn id="11" idx="3"/>
            <a:endCxn id="37" idx="1"/>
          </p:cNvCxnSpPr>
          <p:nvPr/>
        </p:nvCxnSpPr>
        <p:spPr>
          <a:xfrm>
            <a:off x="2523242" y="2957987"/>
            <a:ext cx="873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7136331" y="4022546"/>
            <a:ext cx="873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4"/>
          <p:cNvSpPr/>
          <p:nvPr/>
        </p:nvSpPr>
        <p:spPr>
          <a:xfrm>
            <a:off x="8010292" y="3757808"/>
            <a:ext cx="1208465" cy="529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공고 상세보기 조회</a:t>
            </a:r>
            <a:endParaRPr lang="ko-KR" altLang="en-US" sz="1600"/>
          </a:p>
        </p:txBody>
      </p:sp>
      <p:cxnSp>
        <p:nvCxnSpPr>
          <p:cNvPr id="41" name="직선 화살표 연결선 39"/>
          <p:cNvCxnSpPr>
            <a:stCxn id="30" idx="3"/>
            <a:endCxn id="36" idx="2"/>
          </p:cNvCxnSpPr>
          <p:nvPr/>
        </p:nvCxnSpPr>
        <p:spPr>
          <a:xfrm flipV="1">
            <a:off x="4643022" y="4287283"/>
            <a:ext cx="1697641" cy="9772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944866" y="3660010"/>
            <a:ext cx="1307169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대쉬보드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대쉬보드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팀원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52" name="사각형: 둥근 모서리 4"/>
          <p:cNvSpPr/>
          <p:nvPr/>
        </p:nvSpPr>
        <p:spPr>
          <a:xfrm>
            <a:off x="2968270" y="2069172"/>
            <a:ext cx="2019859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일감 조회</a:t>
            </a:r>
            <a:endParaRPr lang="ko-KR" altLang="en-US" sz="1600"/>
          </a:p>
        </p:txBody>
      </p:sp>
      <p:cxnSp>
        <p:nvCxnSpPr>
          <p:cNvPr id="55" name="직선 화살표 연결선 39"/>
          <p:cNvCxnSpPr/>
          <p:nvPr/>
        </p:nvCxnSpPr>
        <p:spPr>
          <a:xfrm flipV="1">
            <a:off x="6567534" y="2301210"/>
            <a:ext cx="748940" cy="25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사각형: 둥근 모서리 4"/>
          <p:cNvSpPr/>
          <p:nvPr/>
        </p:nvSpPr>
        <p:spPr>
          <a:xfrm>
            <a:off x="5442927" y="2055039"/>
            <a:ext cx="1306145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더 보기</a:t>
            </a:r>
            <a:endParaRPr lang="ko-KR" altLang="en-US" sz="1600"/>
          </a:p>
        </p:txBody>
      </p:sp>
      <p:cxnSp>
        <p:nvCxnSpPr>
          <p:cNvPr id="57" name="직선 화살표 연결선 39"/>
          <p:cNvCxnSpPr>
            <a:stCxn id="52" idx="3"/>
            <a:endCxn id="56" idx="1"/>
          </p:cNvCxnSpPr>
          <p:nvPr/>
        </p:nvCxnSpPr>
        <p:spPr>
          <a:xfrm flipV="1">
            <a:off x="4988130" y="2303716"/>
            <a:ext cx="454797" cy="14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4"/>
          <p:cNvSpPr/>
          <p:nvPr/>
        </p:nvSpPr>
        <p:spPr>
          <a:xfrm>
            <a:off x="7300609" y="2069172"/>
            <a:ext cx="2019859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일감 칸반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페이지</a:t>
            </a:r>
            <a:endParaRPr lang="ko-KR" altLang="en-US" sz="1600"/>
          </a:p>
        </p:txBody>
      </p:sp>
      <p:sp>
        <p:nvSpPr>
          <p:cNvPr id="61" name="사각형: 둥근 모서리 4"/>
          <p:cNvSpPr/>
          <p:nvPr/>
        </p:nvSpPr>
        <p:spPr>
          <a:xfrm>
            <a:off x="2968270" y="2931647"/>
            <a:ext cx="2019859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 조회</a:t>
            </a:r>
            <a:endParaRPr lang="ko-KR" altLang="en-US" sz="1600"/>
          </a:p>
        </p:txBody>
      </p:sp>
      <p:cxnSp>
        <p:nvCxnSpPr>
          <p:cNvPr id="62" name="직선 화살표 연결선 39"/>
          <p:cNvCxnSpPr/>
          <p:nvPr/>
        </p:nvCxnSpPr>
        <p:spPr>
          <a:xfrm flipV="1">
            <a:off x="6567534" y="3163683"/>
            <a:ext cx="748940" cy="25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4"/>
          <p:cNvSpPr/>
          <p:nvPr/>
        </p:nvSpPr>
        <p:spPr>
          <a:xfrm>
            <a:off x="5442927" y="2917513"/>
            <a:ext cx="1306145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더 보기</a:t>
            </a:r>
            <a:endParaRPr lang="ko-KR" altLang="en-US" sz="1600"/>
          </a:p>
        </p:txBody>
      </p:sp>
      <p:sp>
        <p:nvSpPr>
          <p:cNvPr id="65" name="사각형: 둥근 모서리 4"/>
          <p:cNvSpPr/>
          <p:nvPr/>
        </p:nvSpPr>
        <p:spPr>
          <a:xfrm>
            <a:off x="7300609" y="2931647"/>
            <a:ext cx="2019859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페이지</a:t>
            </a:r>
            <a:endParaRPr lang="ko-KR" altLang="en-US" sz="1600"/>
          </a:p>
        </p:txBody>
      </p:sp>
      <p:sp>
        <p:nvSpPr>
          <p:cNvPr id="68" name="사각형: 둥근 모서리 4"/>
          <p:cNvSpPr/>
          <p:nvPr/>
        </p:nvSpPr>
        <p:spPr>
          <a:xfrm>
            <a:off x="2968270" y="3871759"/>
            <a:ext cx="2019859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캘린더 조회</a:t>
            </a:r>
            <a:endParaRPr lang="ko-KR" altLang="en-US" sz="1600"/>
          </a:p>
        </p:txBody>
      </p:sp>
      <p:sp>
        <p:nvSpPr>
          <p:cNvPr id="70" name="사각형: 둥근 모서리 4"/>
          <p:cNvSpPr/>
          <p:nvPr/>
        </p:nvSpPr>
        <p:spPr>
          <a:xfrm>
            <a:off x="5442927" y="3857626"/>
            <a:ext cx="2135838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캘린더 페이지 </a:t>
            </a:r>
            <a:endParaRPr lang="ko-KR" altLang="en-US" sz="1600"/>
          </a:p>
        </p:txBody>
      </p:sp>
      <p:cxnSp>
        <p:nvCxnSpPr>
          <p:cNvPr id="71" name="직선 화살표 연결선 39"/>
          <p:cNvCxnSpPr>
            <a:stCxn id="68" idx="3"/>
          </p:cNvCxnSpPr>
          <p:nvPr/>
        </p:nvCxnSpPr>
        <p:spPr>
          <a:xfrm flipV="1">
            <a:off x="4988130" y="4106302"/>
            <a:ext cx="454797" cy="14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사각형: 둥근 모서리 4"/>
          <p:cNvSpPr/>
          <p:nvPr/>
        </p:nvSpPr>
        <p:spPr>
          <a:xfrm>
            <a:off x="2968270" y="4785852"/>
            <a:ext cx="2019859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본인 진척도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확인</a:t>
            </a:r>
            <a:endParaRPr lang="ko-KR" altLang="en-US" sz="1600"/>
          </a:p>
        </p:txBody>
      </p:sp>
      <p:sp>
        <p:nvSpPr>
          <p:cNvPr id="82" name="사각형: 둥근 모서리 4"/>
          <p:cNvSpPr/>
          <p:nvPr/>
        </p:nvSpPr>
        <p:spPr>
          <a:xfrm>
            <a:off x="2968270" y="5692263"/>
            <a:ext cx="2019859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공지사항 조회</a:t>
            </a:r>
            <a:endParaRPr lang="ko-KR" altLang="en-US" sz="1600"/>
          </a:p>
        </p:txBody>
      </p:sp>
      <p:cxnSp>
        <p:nvCxnSpPr>
          <p:cNvPr id="83" name="직선 화살표 연결선 39"/>
          <p:cNvCxnSpPr/>
          <p:nvPr/>
        </p:nvCxnSpPr>
        <p:spPr>
          <a:xfrm flipV="1">
            <a:off x="6567534" y="5924300"/>
            <a:ext cx="748940" cy="25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사각형: 둥근 모서리 4"/>
          <p:cNvSpPr/>
          <p:nvPr/>
        </p:nvSpPr>
        <p:spPr>
          <a:xfrm>
            <a:off x="5442927" y="5678130"/>
            <a:ext cx="1306145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더 보기</a:t>
            </a:r>
            <a:endParaRPr lang="ko-KR" altLang="en-US" sz="1600"/>
          </a:p>
        </p:txBody>
      </p:sp>
      <p:cxnSp>
        <p:nvCxnSpPr>
          <p:cNvPr id="85" name="직선 화살표 연결선 39"/>
          <p:cNvCxnSpPr>
            <a:stCxn id="82" idx="3"/>
          </p:cNvCxnSpPr>
          <p:nvPr/>
        </p:nvCxnSpPr>
        <p:spPr>
          <a:xfrm flipV="1">
            <a:off x="4988130" y="5926806"/>
            <a:ext cx="454797" cy="14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4"/>
          <p:cNvSpPr/>
          <p:nvPr/>
        </p:nvSpPr>
        <p:spPr>
          <a:xfrm>
            <a:off x="7300609" y="5692263"/>
            <a:ext cx="2019859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공지사항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페이지</a:t>
            </a:r>
            <a:endParaRPr lang="ko-KR" altLang="en-US" sz="1600"/>
          </a:p>
        </p:txBody>
      </p:sp>
      <p:cxnSp>
        <p:nvCxnSpPr>
          <p:cNvPr id="87" name="직선 화살표 연결선 39"/>
          <p:cNvCxnSpPr>
            <a:stCxn id="5" idx="3"/>
          </p:cNvCxnSpPr>
          <p:nvPr/>
        </p:nvCxnSpPr>
        <p:spPr>
          <a:xfrm rot="5400000" flipH="1" flipV="1">
            <a:off x="1810279" y="2745472"/>
            <a:ext cx="1604970" cy="7214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39"/>
          <p:cNvCxnSpPr>
            <a:stCxn id="5" idx="3"/>
          </p:cNvCxnSpPr>
          <p:nvPr/>
        </p:nvCxnSpPr>
        <p:spPr>
          <a:xfrm rot="5400000" flipH="1" flipV="1">
            <a:off x="2241515" y="3176709"/>
            <a:ext cx="742496" cy="7214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39"/>
          <p:cNvCxnSpPr>
            <a:stCxn id="5" idx="3"/>
          </p:cNvCxnSpPr>
          <p:nvPr/>
        </p:nvCxnSpPr>
        <p:spPr>
          <a:xfrm>
            <a:off x="2252035" y="3908686"/>
            <a:ext cx="721458" cy="1976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39"/>
          <p:cNvCxnSpPr>
            <a:stCxn id="5" idx="3"/>
          </p:cNvCxnSpPr>
          <p:nvPr/>
        </p:nvCxnSpPr>
        <p:spPr>
          <a:xfrm rot="16200000" flipH="1">
            <a:off x="2056910" y="4103811"/>
            <a:ext cx="1111707" cy="7214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39"/>
          <p:cNvCxnSpPr>
            <a:stCxn id="5" idx="3"/>
          </p:cNvCxnSpPr>
          <p:nvPr/>
        </p:nvCxnSpPr>
        <p:spPr>
          <a:xfrm rot="16200000" flipH="1">
            <a:off x="1603704" y="4557017"/>
            <a:ext cx="2018119" cy="7214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39"/>
          <p:cNvCxnSpPr/>
          <p:nvPr/>
        </p:nvCxnSpPr>
        <p:spPr>
          <a:xfrm flipV="1">
            <a:off x="4980109" y="3157958"/>
            <a:ext cx="454797" cy="14133"/>
          </a:xfrm>
          <a:prstGeom prst="straightConnector1">
            <a:avLst/>
          </a:prstGeom>
          <a:noFill/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triangle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443852" y="3429000"/>
            <a:ext cx="1307169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대쉬보드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대쉬보드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리더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52" name="사각형: 둥근 모서리 4"/>
          <p:cNvSpPr/>
          <p:nvPr/>
        </p:nvSpPr>
        <p:spPr>
          <a:xfrm>
            <a:off x="2387046" y="1978531"/>
            <a:ext cx="1739122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일감 관리</a:t>
            </a:r>
            <a:endParaRPr lang="ko-KR" altLang="en-US" sz="1600"/>
          </a:p>
        </p:txBody>
      </p:sp>
      <p:cxnSp>
        <p:nvCxnSpPr>
          <p:cNvPr id="55" name="직선 화살표 연결선 39"/>
          <p:cNvCxnSpPr>
            <a:stCxn id="95" idx="3"/>
          </p:cNvCxnSpPr>
          <p:nvPr/>
        </p:nvCxnSpPr>
        <p:spPr>
          <a:xfrm flipV="1">
            <a:off x="8807060" y="2210567"/>
            <a:ext cx="934271" cy="166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사각형: 둥근 모서리 4"/>
          <p:cNvSpPr/>
          <p:nvPr/>
        </p:nvSpPr>
        <p:spPr>
          <a:xfrm>
            <a:off x="5216658" y="1964398"/>
            <a:ext cx="1124606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더 보기</a:t>
            </a:r>
            <a:endParaRPr lang="ko-KR" altLang="en-US" sz="1600"/>
          </a:p>
        </p:txBody>
      </p:sp>
      <p:sp>
        <p:nvSpPr>
          <p:cNvPr id="58" name="사각형: 둥근 모서리 4"/>
          <p:cNvSpPr/>
          <p:nvPr/>
        </p:nvSpPr>
        <p:spPr>
          <a:xfrm>
            <a:off x="9725464" y="1978531"/>
            <a:ext cx="1739122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일감 칸반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페이지</a:t>
            </a:r>
            <a:endParaRPr lang="ko-KR" altLang="en-US" sz="1600"/>
          </a:p>
        </p:txBody>
      </p:sp>
      <p:sp>
        <p:nvSpPr>
          <p:cNvPr id="61" name="사각형: 둥근 모서리 4"/>
          <p:cNvSpPr/>
          <p:nvPr/>
        </p:nvSpPr>
        <p:spPr>
          <a:xfrm>
            <a:off x="2387046" y="2841005"/>
            <a:ext cx="1739122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 조회</a:t>
            </a:r>
            <a:endParaRPr lang="ko-KR" altLang="en-US" sz="1600"/>
          </a:p>
        </p:txBody>
      </p:sp>
      <p:cxnSp>
        <p:nvCxnSpPr>
          <p:cNvPr id="62" name="직선 화살표 연결선 39"/>
          <p:cNvCxnSpPr/>
          <p:nvPr/>
        </p:nvCxnSpPr>
        <p:spPr>
          <a:xfrm flipV="1">
            <a:off x="6351436" y="3073041"/>
            <a:ext cx="748940" cy="25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4"/>
          <p:cNvSpPr/>
          <p:nvPr/>
        </p:nvSpPr>
        <p:spPr>
          <a:xfrm>
            <a:off x="5226830" y="2826871"/>
            <a:ext cx="1124606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더 보기</a:t>
            </a:r>
            <a:endParaRPr lang="ko-KR" altLang="en-US" sz="1600"/>
          </a:p>
        </p:txBody>
      </p:sp>
      <p:cxnSp>
        <p:nvCxnSpPr>
          <p:cNvPr id="64" name="직선 화살표 연결선 39"/>
          <p:cNvCxnSpPr/>
          <p:nvPr/>
        </p:nvCxnSpPr>
        <p:spPr>
          <a:xfrm flipV="1">
            <a:off x="4126169" y="3071758"/>
            <a:ext cx="1100270" cy="179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4"/>
          <p:cNvSpPr/>
          <p:nvPr/>
        </p:nvSpPr>
        <p:spPr>
          <a:xfrm>
            <a:off x="7084510" y="2841005"/>
            <a:ext cx="1739122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페이지</a:t>
            </a:r>
            <a:endParaRPr lang="ko-KR" altLang="en-US" sz="1600"/>
          </a:p>
        </p:txBody>
      </p:sp>
      <p:sp>
        <p:nvSpPr>
          <p:cNvPr id="68" name="사각형: 둥근 모서리 4"/>
          <p:cNvSpPr/>
          <p:nvPr/>
        </p:nvSpPr>
        <p:spPr>
          <a:xfrm>
            <a:off x="2387046" y="3781117"/>
            <a:ext cx="1739122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캘린더 조회</a:t>
            </a:r>
            <a:endParaRPr lang="ko-KR" altLang="en-US" sz="1600"/>
          </a:p>
        </p:txBody>
      </p:sp>
      <p:cxnSp>
        <p:nvCxnSpPr>
          <p:cNvPr id="71" name="직선 화살표 연결선 39"/>
          <p:cNvCxnSpPr>
            <a:endCxn id="101" idx="1"/>
          </p:cNvCxnSpPr>
          <p:nvPr/>
        </p:nvCxnSpPr>
        <p:spPr>
          <a:xfrm flipV="1">
            <a:off x="4126169" y="4005419"/>
            <a:ext cx="1100270" cy="243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사각형: 둥근 모서리 4"/>
          <p:cNvSpPr/>
          <p:nvPr/>
        </p:nvSpPr>
        <p:spPr>
          <a:xfrm>
            <a:off x="2387046" y="4695210"/>
            <a:ext cx="1739122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전체 진척도</a:t>
            </a:r>
            <a:endParaRPr lang="ko-KR" altLang="en-US" sz="1600"/>
          </a:p>
        </p:txBody>
      </p:sp>
      <p:sp>
        <p:nvSpPr>
          <p:cNvPr id="82" name="사각형: 둥근 모서리 4"/>
          <p:cNvSpPr/>
          <p:nvPr/>
        </p:nvSpPr>
        <p:spPr>
          <a:xfrm>
            <a:off x="2387046" y="5601621"/>
            <a:ext cx="1739122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공지사항 조회</a:t>
            </a:r>
            <a:endParaRPr lang="ko-KR" altLang="en-US" sz="1600"/>
          </a:p>
        </p:txBody>
      </p:sp>
      <p:cxnSp>
        <p:nvCxnSpPr>
          <p:cNvPr id="83" name="직선 화살표 연결선 39"/>
          <p:cNvCxnSpPr/>
          <p:nvPr/>
        </p:nvCxnSpPr>
        <p:spPr>
          <a:xfrm flipV="1">
            <a:off x="6359372" y="5865410"/>
            <a:ext cx="748940" cy="25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4"/>
          <p:cNvSpPr/>
          <p:nvPr/>
        </p:nvSpPr>
        <p:spPr>
          <a:xfrm>
            <a:off x="7116258" y="5601621"/>
            <a:ext cx="1739122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공지사항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페이지</a:t>
            </a:r>
            <a:endParaRPr lang="ko-KR" altLang="en-US" sz="1600"/>
          </a:p>
        </p:txBody>
      </p:sp>
      <p:cxnSp>
        <p:nvCxnSpPr>
          <p:cNvPr id="87" name="직선 화살표 연결선 39"/>
          <p:cNvCxnSpPr>
            <a:stCxn id="5" idx="3"/>
          </p:cNvCxnSpPr>
          <p:nvPr/>
        </p:nvCxnSpPr>
        <p:spPr>
          <a:xfrm rot="5400000" flipH="1" flipV="1">
            <a:off x="1339345" y="2624752"/>
            <a:ext cx="1464602" cy="6412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39"/>
          <p:cNvCxnSpPr>
            <a:stCxn id="5" idx="3"/>
          </p:cNvCxnSpPr>
          <p:nvPr/>
        </p:nvCxnSpPr>
        <p:spPr>
          <a:xfrm flipV="1">
            <a:off x="1751022" y="3075548"/>
            <a:ext cx="641247" cy="6021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39"/>
          <p:cNvCxnSpPr>
            <a:stCxn id="5" idx="3"/>
          </p:cNvCxnSpPr>
          <p:nvPr/>
        </p:nvCxnSpPr>
        <p:spPr>
          <a:xfrm>
            <a:off x="1751022" y="3677676"/>
            <a:ext cx="641247" cy="3379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39"/>
          <p:cNvCxnSpPr>
            <a:stCxn id="5" idx="3"/>
          </p:cNvCxnSpPr>
          <p:nvPr/>
        </p:nvCxnSpPr>
        <p:spPr>
          <a:xfrm rot="16200000" flipH="1">
            <a:off x="1445607" y="3983091"/>
            <a:ext cx="1252076" cy="6412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39"/>
          <p:cNvCxnSpPr>
            <a:stCxn id="5" idx="3"/>
          </p:cNvCxnSpPr>
          <p:nvPr/>
        </p:nvCxnSpPr>
        <p:spPr>
          <a:xfrm rot="16200000" flipH="1">
            <a:off x="992401" y="4436297"/>
            <a:ext cx="2158488" cy="6412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사각형: 둥근 모서리 4"/>
          <p:cNvSpPr/>
          <p:nvPr/>
        </p:nvSpPr>
        <p:spPr>
          <a:xfrm>
            <a:off x="7067938" y="1978531"/>
            <a:ext cx="1739122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모든 구성원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일감 조회 </a:t>
            </a:r>
            <a:endParaRPr lang="ko-KR" altLang="en-US" sz="1600"/>
          </a:p>
        </p:txBody>
      </p:sp>
      <p:sp>
        <p:nvSpPr>
          <p:cNvPr id="101" name="사각형: 둥근 모서리 4"/>
          <p:cNvSpPr/>
          <p:nvPr/>
        </p:nvSpPr>
        <p:spPr>
          <a:xfrm>
            <a:off x="5226439" y="3571875"/>
            <a:ext cx="2548747" cy="86708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모든 구성원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일정 및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본인 일정 조회</a:t>
            </a:r>
            <a:endParaRPr lang="ko-KR" altLang="en-US" sz="1600"/>
          </a:p>
        </p:txBody>
      </p:sp>
      <p:sp>
        <p:nvSpPr>
          <p:cNvPr id="108" name="사각형: 둥근 모서리 4"/>
          <p:cNvSpPr/>
          <p:nvPr/>
        </p:nvSpPr>
        <p:spPr>
          <a:xfrm>
            <a:off x="5226830" y="5636747"/>
            <a:ext cx="1124606" cy="49735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더 보기</a:t>
            </a:r>
            <a:endParaRPr lang="ko-KR" altLang="en-US" sz="1600"/>
          </a:p>
        </p:txBody>
      </p:sp>
      <p:cxnSp>
        <p:nvCxnSpPr>
          <p:cNvPr id="109" name="직선 화살표 연결선 39"/>
          <p:cNvCxnSpPr/>
          <p:nvPr/>
        </p:nvCxnSpPr>
        <p:spPr>
          <a:xfrm flipV="1">
            <a:off x="4126169" y="5881633"/>
            <a:ext cx="1100270" cy="179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39"/>
          <p:cNvCxnSpPr>
            <a:stCxn id="56" idx="3"/>
            <a:endCxn id="95" idx="1"/>
          </p:cNvCxnSpPr>
          <p:nvPr/>
        </p:nvCxnSpPr>
        <p:spPr>
          <a:xfrm>
            <a:off x="6341264" y="2213075"/>
            <a:ext cx="726674" cy="14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39"/>
          <p:cNvCxnSpPr>
            <a:stCxn id="52" idx="3"/>
            <a:endCxn id="56" idx="1"/>
          </p:cNvCxnSpPr>
          <p:nvPr/>
        </p:nvCxnSpPr>
        <p:spPr>
          <a:xfrm flipV="1">
            <a:off x="4126167" y="2213075"/>
            <a:ext cx="1090491" cy="14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2683620" y="2943747"/>
            <a:ext cx="1109480" cy="49066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생성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프로젝트 생성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cxnSp>
        <p:nvCxnSpPr>
          <p:cNvPr id="40" name="직선 화살표 연결선 39"/>
          <p:cNvCxnSpPr>
            <a:stCxn id="5" idx="3"/>
            <a:endCxn id="51" idx="1"/>
          </p:cNvCxnSpPr>
          <p:nvPr/>
        </p:nvCxnSpPr>
        <p:spPr>
          <a:xfrm>
            <a:off x="3793100" y="3189079"/>
            <a:ext cx="13987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39"/>
          <p:cNvCxnSpPr>
            <a:stCxn id="51" idx="3"/>
            <a:endCxn id="44" idx="1"/>
          </p:cNvCxnSpPr>
          <p:nvPr/>
        </p:nvCxnSpPr>
        <p:spPr>
          <a:xfrm>
            <a:off x="6301350" y="3189079"/>
            <a:ext cx="190126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"/>
          <p:cNvSpPr/>
          <p:nvPr/>
        </p:nvSpPr>
        <p:spPr>
          <a:xfrm>
            <a:off x="8202612" y="2943747"/>
            <a:ext cx="1109480" cy="49066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생성</a:t>
            </a:r>
            <a:endParaRPr lang="ko-KR" altLang="en-US" sz="1600"/>
          </a:p>
        </p:txBody>
      </p:sp>
      <p:sp>
        <p:nvSpPr>
          <p:cNvPr id="51" name="사각형: 둥근 모서리 4"/>
          <p:cNvSpPr/>
          <p:nvPr/>
        </p:nvSpPr>
        <p:spPr>
          <a:xfrm>
            <a:off x="5191870" y="2943747"/>
            <a:ext cx="1109480" cy="49066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정보입력</a:t>
            </a:r>
            <a:endParaRPr lang="ko-KR" altLang="en-US" sz="1600"/>
          </a:p>
        </p:txBody>
      </p:sp>
      <p:sp>
        <p:nvSpPr>
          <p:cNvPr id="53" name="사각형: 둥근 모서리 4"/>
          <p:cNvSpPr/>
          <p:nvPr/>
        </p:nvSpPr>
        <p:spPr>
          <a:xfrm>
            <a:off x="4391770" y="3915297"/>
            <a:ext cx="1109480" cy="49066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명</a:t>
            </a:r>
            <a:endParaRPr lang="ko-KR" altLang="en-US" sz="1600"/>
          </a:p>
        </p:txBody>
      </p:sp>
      <p:sp>
        <p:nvSpPr>
          <p:cNvPr id="54" name="사각형: 둥근 모서리 4"/>
          <p:cNvSpPr/>
          <p:nvPr/>
        </p:nvSpPr>
        <p:spPr>
          <a:xfrm>
            <a:off x="5583420" y="3915297"/>
            <a:ext cx="1109480" cy="49066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기한</a:t>
            </a:r>
            <a:endParaRPr lang="ko-KR" altLang="en-US" sz="1600"/>
          </a:p>
        </p:txBody>
      </p:sp>
      <p:sp>
        <p:nvSpPr>
          <p:cNvPr id="55" name="사각형: 둥근 모서리 4"/>
          <p:cNvSpPr/>
          <p:nvPr/>
        </p:nvSpPr>
        <p:spPr>
          <a:xfrm>
            <a:off x="4391770" y="5455173"/>
            <a:ext cx="1109480" cy="49066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이미지 첨부</a:t>
            </a:r>
            <a:endParaRPr lang="ko-KR" altLang="en-US" sz="1600"/>
          </a:p>
        </p:txBody>
      </p:sp>
      <p:sp>
        <p:nvSpPr>
          <p:cNvPr id="56" name="사각형: 둥근 모서리 4"/>
          <p:cNvSpPr/>
          <p:nvPr/>
        </p:nvSpPr>
        <p:spPr>
          <a:xfrm>
            <a:off x="5583420" y="5455173"/>
            <a:ext cx="1109480" cy="49066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인원</a:t>
            </a:r>
            <a:endParaRPr lang="ko-KR" altLang="en-US" sz="1600"/>
          </a:p>
        </p:txBody>
      </p:sp>
      <p:sp>
        <p:nvSpPr>
          <p:cNvPr id="57" name="사각형: 둥근 모서리 4"/>
          <p:cNvSpPr/>
          <p:nvPr/>
        </p:nvSpPr>
        <p:spPr>
          <a:xfrm>
            <a:off x="3725019" y="4629671"/>
            <a:ext cx="1109480" cy="49066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공개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여부</a:t>
            </a:r>
            <a:endParaRPr lang="ko-KR" altLang="en-US" sz="1600"/>
          </a:p>
        </p:txBody>
      </p:sp>
      <p:sp>
        <p:nvSpPr>
          <p:cNvPr id="58" name="사각형: 둥근 모서리 4"/>
          <p:cNvSpPr/>
          <p:nvPr/>
        </p:nvSpPr>
        <p:spPr>
          <a:xfrm>
            <a:off x="4979145" y="4629671"/>
            <a:ext cx="1109480" cy="49066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소개 </a:t>
            </a:r>
            <a:endParaRPr lang="ko-KR" altLang="en-US" sz="1600"/>
          </a:p>
        </p:txBody>
      </p:sp>
      <p:sp>
        <p:nvSpPr>
          <p:cNvPr id="59" name="사각형: 둥근 모서리 4"/>
          <p:cNvSpPr/>
          <p:nvPr/>
        </p:nvSpPr>
        <p:spPr>
          <a:xfrm>
            <a:off x="6312785" y="4613796"/>
            <a:ext cx="1109480" cy="49066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이미지</a:t>
            </a:r>
            <a:endParaRPr lang="ko-KR" altLang="en-US" sz="1600"/>
          </a:p>
        </p:txBody>
      </p:sp>
      <p:sp>
        <p:nvSpPr>
          <p:cNvPr id="60" name="사각형: 둥근 모서리 4"/>
          <p:cNvSpPr/>
          <p:nvPr/>
        </p:nvSpPr>
        <p:spPr>
          <a:xfrm>
            <a:off x="3528170" y="3861322"/>
            <a:ext cx="4014605" cy="2205163"/>
          </a:xfrm>
          <a:prstGeom prst="roundRect">
            <a:avLst>
              <a:gd name="adj" fmla="val 16667"/>
            </a:avLst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 sz="1600"/>
          </a:p>
        </p:txBody>
      </p:sp>
      <p:cxnSp>
        <p:nvCxnSpPr>
          <p:cNvPr id="61" name="직선 화살표 연결선 39"/>
          <p:cNvCxnSpPr>
            <a:stCxn id="51" idx="0"/>
            <a:endCxn id="62" idx="0"/>
          </p:cNvCxnSpPr>
          <p:nvPr/>
        </p:nvCxnSpPr>
        <p:spPr>
          <a:xfrm rot="5400000" flipH="1" flipV="1">
            <a:off x="5208523" y="2383260"/>
            <a:ext cx="1098572" cy="224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4"/>
          <p:cNvSpPr/>
          <p:nvPr/>
        </p:nvSpPr>
        <p:spPr>
          <a:xfrm>
            <a:off x="5095208" y="1845174"/>
            <a:ext cx="1347605" cy="792289"/>
          </a:xfrm>
          <a:prstGeom prst="roundRect">
            <a:avLst>
              <a:gd name="adj" fmla="val 16667"/>
            </a:avLst>
          </a:prstGeom>
          <a:ln w="19050">
            <a:solidFill>
              <a:srgbClr val="eb58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유효성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체크 진행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633236" y="3632548"/>
            <a:ext cx="1344576" cy="49586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가입 신청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프로젝트 가입 신청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cxnSp>
        <p:nvCxnSpPr>
          <p:cNvPr id="42" name="직선 화살표 연결선 41"/>
          <p:cNvCxnSpPr>
            <a:stCxn id="5" idx="3"/>
            <a:endCxn id="16" idx="1"/>
          </p:cNvCxnSpPr>
          <p:nvPr/>
        </p:nvCxnSpPr>
        <p:spPr>
          <a:xfrm flipV="1">
            <a:off x="1977812" y="3873716"/>
            <a:ext cx="378958" cy="67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/>
          <p:cNvSpPr/>
          <p:nvPr/>
        </p:nvSpPr>
        <p:spPr>
          <a:xfrm>
            <a:off x="2356771" y="3625782"/>
            <a:ext cx="1121248" cy="49586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공고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리스트</a:t>
            </a:r>
            <a:endParaRPr lang="ko-KR" altLang="en-US" sz="1600"/>
          </a:p>
        </p:txBody>
      </p:sp>
      <p:cxnSp>
        <p:nvCxnSpPr>
          <p:cNvPr id="11" name="직선 화살표 연결선 10"/>
          <p:cNvCxnSpPr>
            <a:stCxn id="16" idx="3"/>
            <a:endCxn id="4" idx="1"/>
          </p:cNvCxnSpPr>
          <p:nvPr/>
        </p:nvCxnSpPr>
        <p:spPr>
          <a:xfrm>
            <a:off x="3478019" y="3873716"/>
            <a:ext cx="38822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/>
          <p:cNvSpPr/>
          <p:nvPr/>
        </p:nvSpPr>
        <p:spPr>
          <a:xfrm>
            <a:off x="3866248" y="3625782"/>
            <a:ext cx="1229528" cy="49586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상세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페이지 </a:t>
            </a:r>
            <a:endParaRPr lang="ko-KR" altLang="en-US" sz="1600"/>
          </a:p>
        </p:txBody>
      </p:sp>
      <p:cxnSp>
        <p:nvCxnSpPr>
          <p:cNvPr id="12" name="직선 화살표 연결선 11"/>
          <p:cNvCxnSpPr>
            <a:stCxn id="4" idx="3"/>
            <a:endCxn id="13" idx="1"/>
          </p:cNvCxnSpPr>
          <p:nvPr/>
        </p:nvCxnSpPr>
        <p:spPr>
          <a:xfrm>
            <a:off x="5095777" y="3873716"/>
            <a:ext cx="43959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/>
          <p:cNvSpPr/>
          <p:nvPr/>
        </p:nvSpPr>
        <p:spPr>
          <a:xfrm>
            <a:off x="5535376" y="3625782"/>
            <a:ext cx="1121248" cy="49586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가입 신청</a:t>
            </a:r>
            <a:endParaRPr lang="ko-KR" altLang="en-US" sz="1600"/>
          </a:p>
        </p:txBody>
      </p:sp>
      <p:sp>
        <p:nvSpPr>
          <p:cNvPr id="43" name="사각형: 둥근 모서리 12"/>
          <p:cNvSpPr/>
          <p:nvPr/>
        </p:nvSpPr>
        <p:spPr>
          <a:xfrm>
            <a:off x="8943055" y="2933132"/>
            <a:ext cx="1926585" cy="49586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가입완료</a:t>
            </a:r>
            <a:r>
              <a:rPr lang="en-US" altLang="ko-KR" sz="1600"/>
              <a:t>(</a:t>
            </a:r>
            <a:r>
              <a:rPr lang="ko-KR" altLang="en-US" sz="1600"/>
              <a:t>알림</a:t>
            </a:r>
            <a:r>
              <a:rPr lang="en-US" altLang="ko-KR" sz="1600"/>
              <a:t>)</a:t>
            </a:r>
            <a:endParaRPr lang="en-US" altLang="ko-KR" sz="1600"/>
          </a:p>
        </p:txBody>
      </p:sp>
      <p:sp>
        <p:nvSpPr>
          <p:cNvPr id="45" name="사각형: 둥근 모서리 12"/>
          <p:cNvSpPr/>
          <p:nvPr/>
        </p:nvSpPr>
        <p:spPr>
          <a:xfrm>
            <a:off x="7183201" y="2933132"/>
            <a:ext cx="1121248" cy="49586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승인</a:t>
            </a:r>
            <a:endParaRPr lang="ko-KR" altLang="en-US" sz="1600"/>
          </a:p>
        </p:txBody>
      </p:sp>
      <p:sp>
        <p:nvSpPr>
          <p:cNvPr id="46" name="사각형: 둥근 모서리 12"/>
          <p:cNvSpPr/>
          <p:nvPr/>
        </p:nvSpPr>
        <p:spPr>
          <a:xfrm>
            <a:off x="7183201" y="4352641"/>
            <a:ext cx="1121248" cy="49586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반려</a:t>
            </a:r>
            <a:endParaRPr lang="ko-KR" altLang="en-US" sz="1600"/>
          </a:p>
        </p:txBody>
      </p:sp>
      <p:cxnSp>
        <p:nvCxnSpPr>
          <p:cNvPr id="47" name="직선 화살표 연결선 11"/>
          <p:cNvCxnSpPr>
            <a:stCxn id="13" idx="3"/>
            <a:endCxn id="46" idx="1"/>
          </p:cNvCxnSpPr>
          <p:nvPr/>
        </p:nvCxnSpPr>
        <p:spPr>
          <a:xfrm rot="16200000" flipH="1">
            <a:off x="6556483" y="3973857"/>
            <a:ext cx="726859" cy="5265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11"/>
          <p:cNvCxnSpPr>
            <a:stCxn id="13" idx="3"/>
            <a:endCxn id="45" idx="1"/>
          </p:cNvCxnSpPr>
          <p:nvPr/>
        </p:nvCxnSpPr>
        <p:spPr>
          <a:xfrm rot="5400000" flipH="1" flipV="1">
            <a:off x="6573587" y="3264102"/>
            <a:ext cx="692650" cy="5265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11"/>
          <p:cNvCxnSpPr>
            <a:stCxn id="45" idx="3"/>
            <a:endCxn id="43" idx="1"/>
          </p:cNvCxnSpPr>
          <p:nvPr/>
        </p:nvCxnSpPr>
        <p:spPr>
          <a:xfrm>
            <a:off x="8304451" y="3181066"/>
            <a:ext cx="63860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12"/>
          <p:cNvSpPr/>
          <p:nvPr/>
        </p:nvSpPr>
        <p:spPr>
          <a:xfrm>
            <a:off x="8943055" y="4352641"/>
            <a:ext cx="1926585" cy="49586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가입거부</a:t>
            </a:r>
            <a:r>
              <a:rPr lang="en-US" altLang="ko-KR" sz="1600"/>
              <a:t>(</a:t>
            </a:r>
            <a:r>
              <a:rPr lang="ko-KR" altLang="en-US" sz="1600"/>
              <a:t>알림</a:t>
            </a:r>
            <a:r>
              <a:rPr lang="en-US" altLang="ko-KR" sz="1600"/>
              <a:t>)</a:t>
            </a:r>
            <a:endParaRPr lang="en-US" altLang="ko-KR" sz="1600"/>
          </a:p>
        </p:txBody>
      </p:sp>
      <p:cxnSp>
        <p:nvCxnSpPr>
          <p:cNvPr id="53" name="직선 화살표 연결선 11"/>
          <p:cNvCxnSpPr/>
          <p:nvPr/>
        </p:nvCxnSpPr>
        <p:spPr>
          <a:xfrm>
            <a:off x="8304451" y="4600575"/>
            <a:ext cx="63860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2965815" y="3697452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문의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프로젝트 문의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cxnSp>
        <p:nvCxnSpPr>
          <p:cNvPr id="40" name="직선 화살표 연결선 39"/>
          <p:cNvCxnSpPr>
            <a:stCxn id="5" idx="3"/>
            <a:endCxn id="2" idx="1"/>
          </p:cNvCxnSpPr>
          <p:nvPr/>
        </p:nvCxnSpPr>
        <p:spPr>
          <a:xfrm flipV="1">
            <a:off x="4837295" y="2746721"/>
            <a:ext cx="1618364" cy="13645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/>
          <p:cNvSpPr/>
          <p:nvPr/>
        </p:nvSpPr>
        <p:spPr>
          <a:xfrm>
            <a:off x="6455660" y="3697452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공고 하단에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문의 댓글 수정</a:t>
            </a:r>
            <a:endParaRPr lang="ko-KR" altLang="en-US" sz="1600"/>
          </a:p>
        </p:txBody>
      </p:sp>
      <p:sp>
        <p:nvSpPr>
          <p:cNvPr id="2" name="사각형: 둥근 모서리 1"/>
          <p:cNvSpPr/>
          <p:nvPr/>
        </p:nvSpPr>
        <p:spPr>
          <a:xfrm>
            <a:off x="6455660" y="2332893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공고 하단에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문의 댓글 작성</a:t>
            </a:r>
            <a:endParaRPr lang="ko-KR" altLang="en-US" sz="1600"/>
          </a:p>
        </p:txBody>
      </p:sp>
      <p:cxnSp>
        <p:nvCxnSpPr>
          <p:cNvPr id="8" name="직선 화살표 연결선 7"/>
          <p:cNvCxnSpPr>
            <a:stCxn id="5" idx="3"/>
            <a:endCxn id="16" idx="1"/>
          </p:cNvCxnSpPr>
          <p:nvPr/>
        </p:nvCxnSpPr>
        <p:spPr>
          <a:xfrm>
            <a:off x="4837295" y="4111280"/>
            <a:ext cx="16183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/>
          <p:cNvSpPr/>
          <p:nvPr/>
        </p:nvSpPr>
        <p:spPr>
          <a:xfrm>
            <a:off x="6455660" y="5022158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공고 하단에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문의 댓글 삭제</a:t>
            </a:r>
            <a:endParaRPr lang="ko-KR" altLang="en-US" sz="1600"/>
          </a:p>
        </p:txBody>
      </p:sp>
      <p:cxnSp>
        <p:nvCxnSpPr>
          <p:cNvPr id="18" name="직선 화살표 연결선 17"/>
          <p:cNvCxnSpPr>
            <a:stCxn id="5" idx="3"/>
            <a:endCxn id="17" idx="1"/>
          </p:cNvCxnSpPr>
          <p:nvPr/>
        </p:nvCxnSpPr>
        <p:spPr>
          <a:xfrm>
            <a:off x="4837295" y="4111280"/>
            <a:ext cx="1618364" cy="13247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일감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팀원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cxnSp>
        <p:nvCxnSpPr>
          <p:cNvPr id="8" name="직선 화살표 연결선 7"/>
          <p:cNvCxnSpPr>
            <a:endCxn id="41" idx="1"/>
          </p:cNvCxnSpPr>
          <p:nvPr/>
        </p:nvCxnSpPr>
        <p:spPr>
          <a:xfrm rot="10800000">
            <a:off x="627062" y="2092171"/>
            <a:ext cx="127504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"/>
          <p:cNvSpPr/>
          <p:nvPr/>
        </p:nvSpPr>
        <p:spPr>
          <a:xfrm>
            <a:off x="627062" y="1817249"/>
            <a:ext cx="1338545" cy="54984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일감 페이지</a:t>
            </a:r>
            <a:endParaRPr lang="ko-KR" altLang="en-US" sz="1600"/>
          </a:p>
        </p:txBody>
      </p:sp>
      <p:cxnSp>
        <p:nvCxnSpPr>
          <p:cNvPr id="42" name="직선 화살표 연결선 7"/>
          <p:cNvCxnSpPr>
            <a:stCxn id="41" idx="3"/>
            <a:endCxn id="44" idx="1"/>
          </p:cNvCxnSpPr>
          <p:nvPr/>
        </p:nvCxnSpPr>
        <p:spPr>
          <a:xfrm>
            <a:off x="1965607" y="2092170"/>
            <a:ext cx="86014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"/>
          <p:cNvSpPr/>
          <p:nvPr/>
        </p:nvSpPr>
        <p:spPr>
          <a:xfrm>
            <a:off x="2825749" y="1817249"/>
            <a:ext cx="1338545" cy="54984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일감 등록 버튼</a:t>
            </a:r>
            <a:endParaRPr lang="ko-KR" altLang="en-US" sz="1600"/>
          </a:p>
        </p:txBody>
      </p:sp>
      <p:cxnSp>
        <p:nvCxnSpPr>
          <p:cNvPr id="45" name="직선 화살표 연결선 7"/>
          <p:cNvCxnSpPr>
            <a:stCxn id="44" idx="2"/>
            <a:endCxn id="47" idx="0"/>
          </p:cNvCxnSpPr>
          <p:nvPr/>
        </p:nvCxnSpPr>
        <p:spPr>
          <a:xfrm rot="5400000">
            <a:off x="3222256" y="2639858"/>
            <a:ext cx="5455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"/>
          <p:cNvSpPr/>
          <p:nvPr/>
        </p:nvSpPr>
        <p:spPr>
          <a:xfrm>
            <a:off x="2825749" y="2912624"/>
            <a:ext cx="1338545" cy="54984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정보 입력 후 등록</a:t>
            </a:r>
            <a:endParaRPr lang="ko-KR" altLang="en-US" sz="1600"/>
          </a:p>
        </p:txBody>
      </p:sp>
      <p:cxnSp>
        <p:nvCxnSpPr>
          <p:cNvPr id="48" name="직선 화살표 연결선 7"/>
          <p:cNvCxnSpPr>
            <a:stCxn id="47" idx="3"/>
            <a:endCxn id="49" idx="1"/>
          </p:cNvCxnSpPr>
          <p:nvPr/>
        </p:nvCxnSpPr>
        <p:spPr>
          <a:xfrm>
            <a:off x="4164295" y="3187546"/>
            <a:ext cx="74901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"/>
          <p:cNvSpPr/>
          <p:nvPr/>
        </p:nvSpPr>
        <p:spPr>
          <a:xfrm>
            <a:off x="4913312" y="2912624"/>
            <a:ext cx="1838607" cy="54984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승인되지 않은 일감 칸반으로 이동</a:t>
            </a:r>
            <a:endParaRPr lang="ko-KR" altLang="en-US" sz="1600"/>
          </a:p>
        </p:txBody>
      </p:sp>
      <p:cxnSp>
        <p:nvCxnSpPr>
          <p:cNvPr id="50" name="직선 화살표 연결선 7"/>
          <p:cNvCxnSpPr>
            <a:stCxn id="49" idx="2"/>
            <a:endCxn id="51" idx="0"/>
          </p:cNvCxnSpPr>
          <p:nvPr/>
        </p:nvCxnSpPr>
        <p:spPr>
          <a:xfrm rot="5400000">
            <a:off x="5536039" y="3759045"/>
            <a:ext cx="593156" cy="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4"/>
          <p:cNvSpPr/>
          <p:nvPr/>
        </p:nvSpPr>
        <p:spPr>
          <a:xfrm>
            <a:off x="4913312" y="4055624"/>
            <a:ext cx="1838607" cy="54984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리더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승인 </a:t>
            </a:r>
            <a:r>
              <a:rPr lang="en-US" altLang="ko-KR" sz="1600"/>
              <a:t>or</a:t>
            </a:r>
            <a:r>
              <a:rPr lang="ko-KR" altLang="en-US" sz="1600"/>
              <a:t> 반려</a:t>
            </a:r>
            <a:endParaRPr lang="ko-KR" altLang="en-US" sz="1600"/>
          </a:p>
        </p:txBody>
      </p:sp>
      <p:cxnSp>
        <p:nvCxnSpPr>
          <p:cNvPr id="52" name="직선 화살표 연결선 7"/>
          <p:cNvCxnSpPr>
            <a:stCxn id="51" idx="3"/>
            <a:endCxn id="53" idx="1"/>
          </p:cNvCxnSpPr>
          <p:nvPr/>
        </p:nvCxnSpPr>
        <p:spPr>
          <a:xfrm flipV="1">
            <a:off x="6751920" y="3806671"/>
            <a:ext cx="756954" cy="523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4"/>
          <p:cNvSpPr/>
          <p:nvPr/>
        </p:nvSpPr>
        <p:spPr>
          <a:xfrm>
            <a:off x="7508874" y="3531749"/>
            <a:ext cx="1838607" cy="54984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승인</a:t>
            </a:r>
            <a:endParaRPr lang="ko-KR" altLang="en-US" sz="1600"/>
          </a:p>
        </p:txBody>
      </p:sp>
      <p:cxnSp>
        <p:nvCxnSpPr>
          <p:cNvPr id="56" name="직선 화살표 연결선 7"/>
          <p:cNvCxnSpPr>
            <a:stCxn id="51" idx="3"/>
            <a:endCxn id="57" idx="1"/>
          </p:cNvCxnSpPr>
          <p:nvPr/>
        </p:nvCxnSpPr>
        <p:spPr>
          <a:xfrm rot="16200000" flipH="1">
            <a:off x="6709709" y="4372756"/>
            <a:ext cx="841376" cy="7569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4"/>
          <p:cNvSpPr/>
          <p:nvPr/>
        </p:nvSpPr>
        <p:spPr>
          <a:xfrm>
            <a:off x="7508874" y="4896999"/>
            <a:ext cx="1838607" cy="54984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반려</a:t>
            </a:r>
            <a:endParaRPr lang="ko-KR" altLang="en-US" sz="1600"/>
          </a:p>
        </p:txBody>
      </p:sp>
      <p:sp>
        <p:nvSpPr>
          <p:cNvPr id="58" name="사각형: 둥근 모서리 4"/>
          <p:cNvSpPr/>
          <p:nvPr/>
        </p:nvSpPr>
        <p:spPr>
          <a:xfrm>
            <a:off x="10144123" y="3531749"/>
            <a:ext cx="1838607" cy="54984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내 일감 칸반으로 이동</a:t>
            </a:r>
            <a:endParaRPr lang="ko-KR" altLang="en-US" sz="1600"/>
          </a:p>
        </p:txBody>
      </p:sp>
      <p:sp>
        <p:nvSpPr>
          <p:cNvPr id="59" name="사각형: 둥근 모서리 4"/>
          <p:cNvSpPr/>
          <p:nvPr/>
        </p:nvSpPr>
        <p:spPr>
          <a:xfrm>
            <a:off x="10136185" y="4579500"/>
            <a:ext cx="1838607" cy="116896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비활성 처리 후 반려사유와 함께 내 일감 칸반으로 이동</a:t>
            </a:r>
            <a:endParaRPr lang="ko-KR" altLang="en-US" sz="1600"/>
          </a:p>
        </p:txBody>
      </p:sp>
      <p:cxnSp>
        <p:nvCxnSpPr>
          <p:cNvPr id="60" name="직선 화살표 연결선 7"/>
          <p:cNvCxnSpPr>
            <a:stCxn id="57" idx="3"/>
            <a:endCxn id="59" idx="1"/>
          </p:cNvCxnSpPr>
          <p:nvPr/>
        </p:nvCxnSpPr>
        <p:spPr>
          <a:xfrm flipV="1">
            <a:off x="9347482" y="5163984"/>
            <a:ext cx="788703" cy="79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7"/>
          <p:cNvCxnSpPr>
            <a:stCxn id="53" idx="3"/>
            <a:endCxn id="58" idx="1"/>
          </p:cNvCxnSpPr>
          <p:nvPr/>
        </p:nvCxnSpPr>
        <p:spPr>
          <a:xfrm>
            <a:off x="9347482" y="3806671"/>
            <a:ext cx="79664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이슈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65" name="사각형: 둥근 모서리 18"/>
          <p:cNvSpPr/>
          <p:nvPr/>
        </p:nvSpPr>
        <p:spPr>
          <a:xfrm>
            <a:off x="3431150" y="3514725"/>
            <a:ext cx="1282089" cy="566999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일감 선택</a:t>
            </a:r>
            <a:endParaRPr lang="ko-KR" altLang="en-US" sz="1600"/>
          </a:p>
        </p:txBody>
      </p:sp>
      <p:cxnSp>
        <p:nvCxnSpPr>
          <p:cNvPr id="73" name="직선 화살표 연결선 31"/>
          <p:cNvCxnSpPr>
            <a:endCxn id="77" idx="1"/>
          </p:cNvCxnSpPr>
          <p:nvPr/>
        </p:nvCxnSpPr>
        <p:spPr>
          <a:xfrm rot="5400000" flipH="1" flipV="1">
            <a:off x="6693387" y="2982737"/>
            <a:ext cx="1023937" cy="6070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31"/>
          <p:cNvCxnSpPr>
            <a:endCxn id="76" idx="1"/>
          </p:cNvCxnSpPr>
          <p:nvPr/>
        </p:nvCxnSpPr>
        <p:spPr>
          <a:xfrm>
            <a:off x="6901839" y="3798225"/>
            <a:ext cx="6070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31"/>
          <p:cNvCxnSpPr>
            <a:endCxn id="78" idx="1"/>
          </p:cNvCxnSpPr>
          <p:nvPr/>
        </p:nvCxnSpPr>
        <p:spPr>
          <a:xfrm rot="16200000" flipH="1">
            <a:off x="6701325" y="3998738"/>
            <a:ext cx="1008063" cy="6070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18"/>
          <p:cNvSpPr/>
          <p:nvPr/>
        </p:nvSpPr>
        <p:spPr>
          <a:xfrm>
            <a:off x="7508874" y="3514725"/>
            <a:ext cx="1282089" cy="566999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 수정</a:t>
            </a:r>
            <a:endParaRPr lang="ko-KR" altLang="en-US" sz="1600"/>
          </a:p>
        </p:txBody>
      </p:sp>
      <p:sp>
        <p:nvSpPr>
          <p:cNvPr id="77" name="사각형: 둥근 모서리 18"/>
          <p:cNvSpPr/>
          <p:nvPr/>
        </p:nvSpPr>
        <p:spPr>
          <a:xfrm>
            <a:off x="7508874" y="2490787"/>
            <a:ext cx="1282089" cy="566999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 등록</a:t>
            </a:r>
            <a:endParaRPr lang="ko-KR" altLang="en-US" sz="1600"/>
          </a:p>
        </p:txBody>
      </p:sp>
      <p:sp>
        <p:nvSpPr>
          <p:cNvPr id="78" name="사각형: 둥근 모서리 18"/>
          <p:cNvSpPr/>
          <p:nvPr/>
        </p:nvSpPr>
        <p:spPr>
          <a:xfrm>
            <a:off x="7508874" y="4522787"/>
            <a:ext cx="1282089" cy="566999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 삭제</a:t>
            </a:r>
            <a:endParaRPr lang="ko-KR" altLang="en-US" sz="1600"/>
          </a:p>
        </p:txBody>
      </p:sp>
      <p:cxnSp>
        <p:nvCxnSpPr>
          <p:cNvPr id="79" name="직선 화살표 연결선 31"/>
          <p:cNvCxnSpPr/>
          <p:nvPr/>
        </p:nvCxnSpPr>
        <p:spPr>
          <a:xfrm>
            <a:off x="4726965" y="3798225"/>
            <a:ext cx="89278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사각형: 둥근 모서리 18"/>
          <p:cNvSpPr/>
          <p:nvPr/>
        </p:nvSpPr>
        <p:spPr>
          <a:xfrm>
            <a:off x="5619750" y="3514725"/>
            <a:ext cx="1282089" cy="566999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 등록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이슈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댓글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65" name="사각형: 둥근 모서리 18"/>
          <p:cNvSpPr/>
          <p:nvPr/>
        </p:nvSpPr>
        <p:spPr>
          <a:xfrm>
            <a:off x="2639038" y="3429000"/>
            <a:ext cx="1282089" cy="566999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</a:t>
            </a:r>
            <a:endParaRPr lang="ko-KR" altLang="en-US" sz="1600"/>
          </a:p>
        </p:txBody>
      </p:sp>
      <p:cxnSp>
        <p:nvCxnSpPr>
          <p:cNvPr id="69" name="직선 화살표 연결선 31"/>
          <p:cNvCxnSpPr>
            <a:stCxn id="65" idx="3"/>
            <a:endCxn id="72" idx="1"/>
          </p:cNvCxnSpPr>
          <p:nvPr/>
        </p:nvCxnSpPr>
        <p:spPr>
          <a:xfrm>
            <a:off x="3921127" y="3712500"/>
            <a:ext cx="89278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사각형: 둥근 모서리 18"/>
          <p:cNvSpPr/>
          <p:nvPr/>
        </p:nvSpPr>
        <p:spPr>
          <a:xfrm>
            <a:off x="4813913" y="3429000"/>
            <a:ext cx="1282089" cy="566999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글 선택</a:t>
            </a:r>
            <a:endParaRPr lang="ko-KR" altLang="en-US" sz="1600"/>
          </a:p>
        </p:txBody>
      </p:sp>
      <p:cxnSp>
        <p:nvCxnSpPr>
          <p:cNvPr id="73" name="직선 화살표 연결선 31"/>
          <p:cNvCxnSpPr>
            <a:stCxn id="72" idx="3"/>
            <a:endCxn id="77" idx="1"/>
          </p:cNvCxnSpPr>
          <p:nvPr/>
        </p:nvCxnSpPr>
        <p:spPr>
          <a:xfrm rot="5400000" flipH="1" flipV="1">
            <a:off x="5887550" y="2897012"/>
            <a:ext cx="1023937" cy="6070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31"/>
          <p:cNvCxnSpPr>
            <a:stCxn id="72" idx="3"/>
            <a:endCxn id="76" idx="1"/>
          </p:cNvCxnSpPr>
          <p:nvPr/>
        </p:nvCxnSpPr>
        <p:spPr>
          <a:xfrm>
            <a:off x="6096002" y="3712500"/>
            <a:ext cx="6070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31"/>
          <p:cNvCxnSpPr>
            <a:stCxn id="72" idx="3"/>
            <a:endCxn id="78" idx="1"/>
          </p:cNvCxnSpPr>
          <p:nvPr/>
        </p:nvCxnSpPr>
        <p:spPr>
          <a:xfrm rot="16200000" flipH="1">
            <a:off x="5895488" y="3913013"/>
            <a:ext cx="1008063" cy="6070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18"/>
          <p:cNvSpPr/>
          <p:nvPr/>
        </p:nvSpPr>
        <p:spPr>
          <a:xfrm>
            <a:off x="6703037" y="3429000"/>
            <a:ext cx="1282089" cy="566999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댓글 수정</a:t>
            </a:r>
            <a:endParaRPr lang="ko-KR" altLang="en-US" sz="1600"/>
          </a:p>
        </p:txBody>
      </p:sp>
      <p:sp>
        <p:nvSpPr>
          <p:cNvPr id="77" name="사각형: 둥근 모서리 18"/>
          <p:cNvSpPr/>
          <p:nvPr/>
        </p:nvSpPr>
        <p:spPr>
          <a:xfrm>
            <a:off x="6703037" y="2405062"/>
            <a:ext cx="1282089" cy="566999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댓글 등록</a:t>
            </a:r>
            <a:endParaRPr lang="ko-KR" altLang="en-US" sz="1600"/>
          </a:p>
        </p:txBody>
      </p:sp>
      <p:sp>
        <p:nvSpPr>
          <p:cNvPr id="78" name="사각형: 둥근 모서리 18"/>
          <p:cNvSpPr/>
          <p:nvPr/>
        </p:nvSpPr>
        <p:spPr>
          <a:xfrm>
            <a:off x="6703037" y="4437062"/>
            <a:ext cx="1282089" cy="566999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댓글 삭제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1694221" y="3257265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캘린더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캘린더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6" name="사각형: 둥근 모서리 15"/>
          <p:cNvSpPr/>
          <p:nvPr/>
        </p:nvSpPr>
        <p:spPr>
          <a:xfrm>
            <a:off x="5339242" y="1884540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본인 일감 조회</a:t>
            </a:r>
            <a:endParaRPr lang="ko-KR" altLang="en-US" sz="1600"/>
          </a:p>
        </p:txBody>
      </p:sp>
      <p:cxnSp>
        <p:nvCxnSpPr>
          <p:cNvPr id="8" name="직선 화살표 연결선 7"/>
          <p:cNvCxnSpPr>
            <a:stCxn id="5" idx="3"/>
            <a:endCxn id="16" idx="1"/>
          </p:cNvCxnSpPr>
          <p:nvPr/>
        </p:nvCxnSpPr>
        <p:spPr>
          <a:xfrm flipV="1">
            <a:off x="3565701" y="2298368"/>
            <a:ext cx="1773541" cy="13727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31"/>
          <p:cNvCxnSpPr>
            <a:stCxn id="82" idx="3"/>
            <a:endCxn id="79" idx="1"/>
          </p:cNvCxnSpPr>
          <p:nvPr/>
        </p:nvCxnSpPr>
        <p:spPr>
          <a:xfrm flipV="1">
            <a:off x="7210722" y="3429000"/>
            <a:ext cx="1257002" cy="1174418"/>
          </a:xfrm>
          <a:prstGeom prst="straightConnector1">
            <a:avLst/>
          </a:prstGeom>
          <a:noFill/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triangle"/>
          </a:ln>
        </p:spPr>
      </p:cxnSp>
      <p:cxnSp>
        <p:nvCxnSpPr>
          <p:cNvPr id="77" name="직선 화살표 연결선 31"/>
          <p:cNvCxnSpPr>
            <a:stCxn id="5" idx="3"/>
          </p:cNvCxnSpPr>
          <p:nvPr/>
        </p:nvCxnSpPr>
        <p:spPr>
          <a:xfrm>
            <a:off x="3565701" y="3671093"/>
            <a:ext cx="1768299" cy="957911"/>
          </a:xfrm>
          <a:prstGeom prst="straightConnector1">
            <a:avLst/>
          </a:prstGeom>
          <a:noFill/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triangle"/>
          </a:ln>
        </p:spPr>
      </p:cxnSp>
      <p:cxnSp>
        <p:nvCxnSpPr>
          <p:cNvPr id="78" name="직선 화살표 연결선 31"/>
          <p:cNvCxnSpPr>
            <a:stCxn id="82" idx="3"/>
            <a:endCxn id="80" idx="1"/>
          </p:cNvCxnSpPr>
          <p:nvPr/>
        </p:nvCxnSpPr>
        <p:spPr>
          <a:xfrm>
            <a:off x="7210722" y="4603418"/>
            <a:ext cx="1257002" cy="25586"/>
          </a:xfrm>
          <a:prstGeom prst="straightConnector1">
            <a:avLst/>
          </a:prstGeom>
          <a:noFill/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triangle"/>
          </a:ln>
        </p:spPr>
      </p:cxnSp>
      <p:sp>
        <p:nvSpPr>
          <p:cNvPr id="79" name="사각형: 둥근 모서리 29"/>
          <p:cNvSpPr/>
          <p:nvPr/>
        </p:nvSpPr>
        <p:spPr>
          <a:xfrm>
            <a:off x="8467724" y="3015172"/>
            <a:ext cx="1871480" cy="827656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 일정 등록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0" name="사각형: 둥근 모서리 29"/>
          <p:cNvSpPr/>
          <p:nvPr/>
        </p:nvSpPr>
        <p:spPr>
          <a:xfrm>
            <a:off x="8467724" y="4215176"/>
            <a:ext cx="1871480" cy="827656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 일정 수정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1" name="사각형: 둥근 모서리 29"/>
          <p:cNvSpPr/>
          <p:nvPr/>
        </p:nvSpPr>
        <p:spPr>
          <a:xfrm>
            <a:off x="8457698" y="5441728"/>
            <a:ext cx="1871480" cy="827656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 일정 삭제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2" name="사각형: 둥근 모서리 15"/>
          <p:cNvSpPr/>
          <p:nvPr/>
        </p:nvSpPr>
        <p:spPr>
          <a:xfrm>
            <a:off x="5339242" y="4189590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날짜 클릭 시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상세 페이지 출력</a:t>
            </a:r>
            <a:endParaRPr lang="ko-KR" altLang="en-US" sz="1600"/>
          </a:p>
        </p:txBody>
      </p:sp>
      <p:cxnSp>
        <p:nvCxnSpPr>
          <p:cNvPr id="83" name="직선 화살표 연결선 31"/>
          <p:cNvCxnSpPr>
            <a:stCxn id="82" idx="3"/>
            <a:endCxn id="81" idx="1"/>
          </p:cNvCxnSpPr>
          <p:nvPr/>
        </p:nvCxnSpPr>
        <p:spPr>
          <a:xfrm rot="16200000" flipH="1">
            <a:off x="7208141" y="4605999"/>
            <a:ext cx="1252138" cy="1246976"/>
          </a:xfrm>
          <a:prstGeom prst="straightConnector1">
            <a:avLst/>
          </a:prstGeom>
          <a:noFill/>
          <a:ln w="190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triangle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8814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30830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게시판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" name="사각형: 둥근 모서리 18"/>
          <p:cNvSpPr/>
          <p:nvPr/>
        </p:nvSpPr>
        <p:spPr>
          <a:xfrm>
            <a:off x="4352728" y="2169661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공지사항</a:t>
            </a:r>
            <a:endParaRPr lang="ko-KR" altLang="en-US" sz="1600"/>
          </a:p>
        </p:txBody>
      </p:sp>
      <p:sp>
        <p:nvSpPr>
          <p:cNvPr id="21" name="사각형: 둥근 모서리 20"/>
          <p:cNvSpPr/>
          <p:nvPr/>
        </p:nvSpPr>
        <p:spPr>
          <a:xfrm>
            <a:off x="4379839" y="4419207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자유게시판</a:t>
            </a:r>
            <a:endParaRPr lang="ko-KR" altLang="en-US" sz="1600"/>
          </a:p>
        </p:txBody>
      </p:sp>
      <p:sp>
        <p:nvSpPr>
          <p:cNvPr id="22" name="사각형: 둥근 모서리 21"/>
          <p:cNvSpPr/>
          <p:nvPr/>
        </p:nvSpPr>
        <p:spPr>
          <a:xfrm>
            <a:off x="1763094" y="3429000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게시판</a:t>
            </a:r>
            <a:endParaRPr lang="ko-KR" altLang="en-US" sz="1600"/>
          </a:p>
        </p:txBody>
      </p:sp>
      <p:cxnSp>
        <p:nvCxnSpPr>
          <p:cNvPr id="37" name="직선 화살표 연결선 36"/>
          <p:cNvCxnSpPr>
            <a:stCxn id="22" idx="3"/>
            <a:endCxn id="19" idx="1"/>
          </p:cNvCxnSpPr>
          <p:nvPr/>
        </p:nvCxnSpPr>
        <p:spPr>
          <a:xfrm rot="5400000" flipH="1" flipV="1">
            <a:off x="3363981" y="2854081"/>
            <a:ext cx="1259339" cy="7181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/>
          <p:cNvCxnSpPr>
            <a:stCxn id="22" idx="3"/>
            <a:endCxn id="21" idx="1"/>
          </p:cNvCxnSpPr>
          <p:nvPr/>
        </p:nvCxnSpPr>
        <p:spPr>
          <a:xfrm rot="16200000" flipH="1">
            <a:off x="3512103" y="3965299"/>
            <a:ext cx="990207" cy="7452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/>
          <p:cNvSpPr/>
          <p:nvPr/>
        </p:nvSpPr>
        <p:spPr>
          <a:xfrm>
            <a:off x="7299061" y="2177598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관련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공지사항 조회</a:t>
            </a:r>
            <a:endParaRPr lang="ko-KR" altLang="en-US" sz="1600"/>
          </a:p>
        </p:txBody>
      </p:sp>
      <p:cxnSp>
        <p:nvCxnSpPr>
          <p:cNvPr id="24" name="직선 화살표 연결선 23"/>
          <p:cNvCxnSpPr>
            <a:stCxn id="19" idx="3"/>
            <a:endCxn id="23" idx="1"/>
          </p:cNvCxnSpPr>
          <p:nvPr/>
        </p:nvCxnSpPr>
        <p:spPr>
          <a:xfrm>
            <a:off x="6224208" y="2583489"/>
            <a:ext cx="1074853" cy="79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/>
          <p:cNvSpPr/>
          <p:nvPr/>
        </p:nvSpPr>
        <p:spPr>
          <a:xfrm>
            <a:off x="7326172" y="3455265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글 등록</a:t>
            </a:r>
            <a:endParaRPr lang="ko-KR" altLang="en-US" sz="1600"/>
          </a:p>
        </p:txBody>
      </p:sp>
      <p:cxnSp>
        <p:nvCxnSpPr>
          <p:cNvPr id="32" name="직선 화살표 연결선 31"/>
          <p:cNvCxnSpPr>
            <a:stCxn id="21" idx="3"/>
            <a:endCxn id="30" idx="1"/>
          </p:cNvCxnSpPr>
          <p:nvPr/>
        </p:nvCxnSpPr>
        <p:spPr>
          <a:xfrm flipV="1">
            <a:off x="6251319" y="3869093"/>
            <a:ext cx="1074853" cy="9639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29"/>
          <p:cNvSpPr/>
          <p:nvPr/>
        </p:nvSpPr>
        <p:spPr>
          <a:xfrm>
            <a:off x="7326172" y="4415703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글 삭제</a:t>
            </a:r>
            <a:endParaRPr lang="ko-KR" altLang="en-US" sz="1600"/>
          </a:p>
        </p:txBody>
      </p:sp>
      <p:sp>
        <p:nvSpPr>
          <p:cNvPr id="39" name="사각형: 둥근 모서리 29"/>
          <p:cNvSpPr/>
          <p:nvPr/>
        </p:nvSpPr>
        <p:spPr>
          <a:xfrm>
            <a:off x="7326172" y="5431702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글 수정</a:t>
            </a:r>
            <a:endParaRPr lang="ko-KR" altLang="en-US" sz="1600"/>
          </a:p>
        </p:txBody>
      </p:sp>
      <p:cxnSp>
        <p:nvCxnSpPr>
          <p:cNvPr id="40" name="직선 화살표 연결선 31"/>
          <p:cNvCxnSpPr>
            <a:stCxn id="21" idx="3"/>
            <a:endCxn id="38" idx="1"/>
          </p:cNvCxnSpPr>
          <p:nvPr/>
        </p:nvCxnSpPr>
        <p:spPr>
          <a:xfrm flipV="1">
            <a:off x="6251319" y="4829531"/>
            <a:ext cx="1074853" cy="35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31"/>
          <p:cNvCxnSpPr>
            <a:stCxn id="21" idx="3"/>
            <a:endCxn id="39" idx="1"/>
          </p:cNvCxnSpPr>
          <p:nvPr/>
        </p:nvCxnSpPr>
        <p:spPr>
          <a:xfrm>
            <a:off x="6251319" y="4833035"/>
            <a:ext cx="1074853" cy="10124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하차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22" name="사각형: 둥근 모서리 21"/>
          <p:cNvSpPr/>
          <p:nvPr/>
        </p:nvSpPr>
        <p:spPr>
          <a:xfrm>
            <a:off x="1045792" y="3852579"/>
            <a:ext cx="1440725" cy="6371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하차</a:t>
            </a:r>
            <a:endParaRPr lang="ko-KR" altLang="en-US" sz="1600"/>
          </a:p>
        </p:txBody>
      </p:sp>
      <p:sp>
        <p:nvSpPr>
          <p:cNvPr id="26" name="사각형: 둥근 모서리 25"/>
          <p:cNvSpPr/>
          <p:nvPr/>
        </p:nvSpPr>
        <p:spPr>
          <a:xfrm>
            <a:off x="3853012" y="3852579"/>
            <a:ext cx="1631225" cy="6371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사이드바 하단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프로젝트 하차</a:t>
            </a:r>
            <a:endParaRPr lang="ko-KR" altLang="en-US" sz="1600"/>
          </a:p>
        </p:txBody>
      </p:sp>
      <p:cxnSp>
        <p:nvCxnSpPr>
          <p:cNvPr id="37" name="직선 화살표 연결선 36"/>
          <p:cNvCxnSpPr>
            <a:stCxn id="22" idx="3"/>
            <a:endCxn id="26" idx="1"/>
          </p:cNvCxnSpPr>
          <p:nvPr/>
        </p:nvCxnSpPr>
        <p:spPr>
          <a:xfrm>
            <a:off x="2486517" y="4171157"/>
            <a:ext cx="136649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/>
          <p:cNvSpPr/>
          <p:nvPr/>
        </p:nvSpPr>
        <p:spPr>
          <a:xfrm>
            <a:off x="6436295" y="3852579"/>
            <a:ext cx="1440725" cy="6371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리더 승인</a:t>
            </a:r>
            <a:endParaRPr lang="ko-KR" altLang="en-US" sz="1600"/>
          </a:p>
        </p:txBody>
      </p:sp>
      <p:cxnSp>
        <p:nvCxnSpPr>
          <p:cNvPr id="84" name="직선 화살표 연결선 83"/>
          <p:cNvCxnSpPr>
            <a:stCxn id="26" idx="3"/>
            <a:endCxn id="44" idx="1"/>
          </p:cNvCxnSpPr>
          <p:nvPr/>
        </p:nvCxnSpPr>
        <p:spPr>
          <a:xfrm>
            <a:off x="5484237" y="4171157"/>
            <a:ext cx="95205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사각형: 둥근 모서리 43"/>
          <p:cNvSpPr/>
          <p:nvPr/>
        </p:nvSpPr>
        <p:spPr>
          <a:xfrm>
            <a:off x="8793733" y="3852579"/>
            <a:ext cx="1440725" cy="6371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중도 하차</a:t>
            </a:r>
            <a:endParaRPr lang="ko-KR" altLang="en-US" sz="1600"/>
          </a:p>
        </p:txBody>
      </p:sp>
      <p:cxnSp>
        <p:nvCxnSpPr>
          <p:cNvPr id="86" name="직선 화살표 연결선 83"/>
          <p:cNvCxnSpPr>
            <a:stCxn id="44" idx="3"/>
          </p:cNvCxnSpPr>
          <p:nvPr/>
        </p:nvCxnSpPr>
        <p:spPr>
          <a:xfrm>
            <a:off x="7877020" y="4171157"/>
            <a:ext cx="9167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3"/>
          <p:cNvCxnSpPr>
            <a:stCxn id="85" idx="0"/>
            <a:endCxn id="88" idx="2"/>
          </p:cNvCxnSpPr>
          <p:nvPr/>
        </p:nvCxnSpPr>
        <p:spPr>
          <a:xfrm rot="16200000" flipV="1">
            <a:off x="9083520" y="3422002"/>
            <a:ext cx="847157" cy="139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사각형: 둥근 모서리 43"/>
          <p:cNvSpPr/>
          <p:nvPr/>
        </p:nvSpPr>
        <p:spPr>
          <a:xfrm>
            <a:off x="8236019" y="2058704"/>
            <a:ext cx="2528162" cy="94671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중도 하차 </a:t>
            </a:r>
            <a:r>
              <a:rPr lang="en-US" altLang="ko-KR" sz="1600"/>
              <a:t>3</a:t>
            </a:r>
            <a:r>
              <a:rPr lang="ko-KR" altLang="en-US" sz="1600"/>
              <a:t>회 누적 시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영구 정지 처리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실시간 알림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팀원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" name="사각형: 둥근 모서리 18"/>
          <p:cNvSpPr/>
          <p:nvPr/>
        </p:nvSpPr>
        <p:spPr>
          <a:xfrm>
            <a:off x="5127261" y="1900061"/>
            <a:ext cx="161748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가입 승인 시</a:t>
            </a:r>
            <a:endParaRPr lang="ko-KR" altLang="en-US" sz="1600"/>
          </a:p>
        </p:txBody>
      </p:sp>
      <p:sp>
        <p:nvSpPr>
          <p:cNvPr id="21" name="사각형: 둥근 모서리 20"/>
          <p:cNvSpPr/>
          <p:nvPr/>
        </p:nvSpPr>
        <p:spPr>
          <a:xfrm>
            <a:off x="5127261" y="2854088"/>
            <a:ext cx="161748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일감 승인 시</a:t>
            </a:r>
            <a:endParaRPr lang="ko-KR" altLang="en-US" sz="1600"/>
          </a:p>
        </p:txBody>
      </p:sp>
      <p:sp>
        <p:nvSpPr>
          <p:cNvPr id="22" name="사각형: 둥근 모서리 21"/>
          <p:cNvSpPr/>
          <p:nvPr/>
        </p:nvSpPr>
        <p:spPr>
          <a:xfrm>
            <a:off x="1250918" y="3909926"/>
            <a:ext cx="161748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실시간 알림</a:t>
            </a:r>
            <a:endParaRPr lang="ko-KR" altLang="en-US" sz="1600"/>
          </a:p>
        </p:txBody>
      </p:sp>
      <p:cxnSp>
        <p:nvCxnSpPr>
          <p:cNvPr id="37" name="직선 화살표 연결선 36"/>
          <p:cNvCxnSpPr>
            <a:stCxn id="22" idx="3"/>
            <a:endCxn id="19" idx="1"/>
          </p:cNvCxnSpPr>
          <p:nvPr/>
        </p:nvCxnSpPr>
        <p:spPr>
          <a:xfrm flipV="1">
            <a:off x="2868398" y="2187517"/>
            <a:ext cx="2258863" cy="20098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/>
          <p:cNvCxnSpPr>
            <a:stCxn id="22" idx="3"/>
            <a:endCxn id="21" idx="1"/>
          </p:cNvCxnSpPr>
          <p:nvPr/>
        </p:nvCxnSpPr>
        <p:spPr>
          <a:xfrm flipV="1">
            <a:off x="2868398" y="3141544"/>
            <a:ext cx="2258863" cy="10558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/>
          <p:cNvSpPr/>
          <p:nvPr/>
        </p:nvSpPr>
        <p:spPr>
          <a:xfrm>
            <a:off x="5127261" y="3901988"/>
            <a:ext cx="161748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권한 부여 받았을 시 </a:t>
            </a:r>
            <a:endParaRPr lang="ko-KR" altLang="en-US" sz="1600"/>
          </a:p>
        </p:txBody>
      </p:sp>
      <p:cxnSp>
        <p:nvCxnSpPr>
          <p:cNvPr id="17" name="직선 화살표 연결선 16"/>
          <p:cNvCxnSpPr>
            <a:stCxn id="22" idx="3"/>
            <a:endCxn id="15" idx="1"/>
          </p:cNvCxnSpPr>
          <p:nvPr/>
        </p:nvCxnSpPr>
        <p:spPr>
          <a:xfrm flipV="1">
            <a:off x="2868398" y="4189444"/>
            <a:ext cx="2258863" cy="79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3"/>
            <a:endCxn id="31" idx="1"/>
          </p:cNvCxnSpPr>
          <p:nvPr/>
        </p:nvCxnSpPr>
        <p:spPr>
          <a:xfrm>
            <a:off x="6744741" y="2187517"/>
            <a:ext cx="2321042" cy="20019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/>
          <p:cNvSpPr/>
          <p:nvPr/>
        </p:nvSpPr>
        <p:spPr>
          <a:xfrm>
            <a:off x="9065784" y="3901988"/>
            <a:ext cx="1934979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알림</a:t>
            </a:r>
            <a:endParaRPr lang="ko-KR" altLang="en-US" sz="1600"/>
          </a:p>
        </p:txBody>
      </p:sp>
      <p:cxnSp>
        <p:nvCxnSpPr>
          <p:cNvPr id="33" name="직선 화살표 연결선 32"/>
          <p:cNvCxnSpPr>
            <a:stCxn id="15" idx="3"/>
            <a:endCxn id="31" idx="1"/>
          </p:cNvCxnSpPr>
          <p:nvPr/>
        </p:nvCxnSpPr>
        <p:spPr>
          <a:xfrm>
            <a:off x="6744741" y="4189444"/>
            <a:ext cx="232104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20"/>
          <p:cNvSpPr/>
          <p:nvPr/>
        </p:nvSpPr>
        <p:spPr>
          <a:xfrm>
            <a:off x="5127261" y="4894025"/>
            <a:ext cx="161748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일감 승인 시</a:t>
            </a:r>
            <a:endParaRPr lang="ko-KR" altLang="en-US" sz="1600"/>
          </a:p>
        </p:txBody>
      </p:sp>
      <p:sp>
        <p:nvSpPr>
          <p:cNvPr id="41" name="사각형: 둥근 모서리 14"/>
          <p:cNvSpPr/>
          <p:nvPr/>
        </p:nvSpPr>
        <p:spPr>
          <a:xfrm>
            <a:off x="5127261" y="5941925"/>
            <a:ext cx="161748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권한 부여 받았을 시 </a:t>
            </a:r>
            <a:endParaRPr lang="ko-KR" altLang="en-US" sz="1600"/>
          </a:p>
        </p:txBody>
      </p:sp>
      <p:cxnSp>
        <p:nvCxnSpPr>
          <p:cNvPr id="44" name="직선 화살표 연결선 16"/>
          <p:cNvCxnSpPr>
            <a:stCxn id="22" idx="3"/>
            <a:endCxn id="41" idx="1"/>
          </p:cNvCxnSpPr>
          <p:nvPr/>
        </p:nvCxnSpPr>
        <p:spPr>
          <a:xfrm>
            <a:off x="2868398" y="4197382"/>
            <a:ext cx="2258863" cy="20319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16"/>
          <p:cNvCxnSpPr>
            <a:stCxn id="22" idx="3"/>
            <a:endCxn id="40" idx="1"/>
          </p:cNvCxnSpPr>
          <p:nvPr/>
        </p:nvCxnSpPr>
        <p:spPr>
          <a:xfrm>
            <a:off x="2868398" y="4197382"/>
            <a:ext cx="2258863" cy="9840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32"/>
          <p:cNvCxnSpPr>
            <a:stCxn id="41" idx="3"/>
            <a:endCxn id="31" idx="1"/>
          </p:cNvCxnSpPr>
          <p:nvPr/>
        </p:nvCxnSpPr>
        <p:spPr>
          <a:xfrm flipV="1">
            <a:off x="6744742" y="4189444"/>
            <a:ext cx="2321042" cy="20399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32"/>
          <p:cNvCxnSpPr>
            <a:stCxn id="40" idx="3"/>
            <a:endCxn id="31" idx="1"/>
          </p:cNvCxnSpPr>
          <p:nvPr/>
        </p:nvCxnSpPr>
        <p:spPr>
          <a:xfrm flipV="1">
            <a:off x="6744742" y="4189444"/>
            <a:ext cx="2321042" cy="9920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23"/>
          <p:cNvCxnSpPr>
            <a:stCxn id="21" idx="3"/>
            <a:endCxn id="31" idx="1"/>
          </p:cNvCxnSpPr>
          <p:nvPr/>
        </p:nvCxnSpPr>
        <p:spPr>
          <a:xfrm>
            <a:off x="6744741" y="3141544"/>
            <a:ext cx="2321042" cy="10479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실시간 알림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리더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" name="사각형: 둥근 모서리 18"/>
          <p:cNvSpPr/>
          <p:nvPr/>
        </p:nvSpPr>
        <p:spPr>
          <a:xfrm>
            <a:off x="4622603" y="2328619"/>
            <a:ext cx="215723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가입 신청을 받았을 시</a:t>
            </a:r>
            <a:endParaRPr lang="ko-KR" altLang="en-US" sz="1600"/>
          </a:p>
        </p:txBody>
      </p:sp>
      <p:sp>
        <p:nvSpPr>
          <p:cNvPr id="21" name="사각형: 둥근 모서리 20"/>
          <p:cNvSpPr/>
          <p:nvPr/>
        </p:nvSpPr>
        <p:spPr>
          <a:xfrm>
            <a:off x="4622603" y="3282646"/>
            <a:ext cx="215723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초대한 회원이 프로젝트 참여 수락 시</a:t>
            </a:r>
            <a:endParaRPr lang="ko-KR" altLang="en-US" sz="1600"/>
          </a:p>
        </p:txBody>
      </p:sp>
      <p:sp>
        <p:nvSpPr>
          <p:cNvPr id="22" name="사각형: 둥근 모서리 21"/>
          <p:cNvSpPr/>
          <p:nvPr/>
        </p:nvSpPr>
        <p:spPr>
          <a:xfrm>
            <a:off x="1286010" y="3860528"/>
            <a:ext cx="161748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실시간 알림</a:t>
            </a:r>
            <a:endParaRPr lang="ko-KR" altLang="en-US" sz="1600"/>
          </a:p>
        </p:txBody>
      </p:sp>
      <p:cxnSp>
        <p:nvCxnSpPr>
          <p:cNvPr id="37" name="직선 화살표 연결선 36"/>
          <p:cNvCxnSpPr>
            <a:stCxn id="22" idx="3"/>
            <a:endCxn id="19" idx="1"/>
          </p:cNvCxnSpPr>
          <p:nvPr/>
        </p:nvCxnSpPr>
        <p:spPr>
          <a:xfrm flipV="1">
            <a:off x="2903490" y="2616075"/>
            <a:ext cx="1719113" cy="15319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/>
          <p:cNvCxnSpPr>
            <a:stCxn id="22" idx="3"/>
            <a:endCxn id="21" idx="1"/>
          </p:cNvCxnSpPr>
          <p:nvPr/>
        </p:nvCxnSpPr>
        <p:spPr>
          <a:xfrm flipV="1">
            <a:off x="2903490" y="3570102"/>
            <a:ext cx="1719113" cy="5778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/>
          <p:cNvSpPr/>
          <p:nvPr/>
        </p:nvSpPr>
        <p:spPr>
          <a:xfrm>
            <a:off x="4622603" y="4330547"/>
            <a:ext cx="215723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팀원 중도 하차 시 </a:t>
            </a:r>
            <a:endParaRPr lang="ko-KR" altLang="en-US" sz="1600"/>
          </a:p>
        </p:txBody>
      </p:sp>
      <p:cxnSp>
        <p:nvCxnSpPr>
          <p:cNvPr id="17" name="직선 화살표 연결선 16"/>
          <p:cNvCxnSpPr>
            <a:stCxn id="22" idx="3"/>
            <a:endCxn id="15" idx="1"/>
          </p:cNvCxnSpPr>
          <p:nvPr/>
        </p:nvCxnSpPr>
        <p:spPr>
          <a:xfrm>
            <a:off x="2903490" y="4147984"/>
            <a:ext cx="1719113" cy="4700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3"/>
            <a:endCxn id="31" idx="1"/>
          </p:cNvCxnSpPr>
          <p:nvPr/>
        </p:nvCxnSpPr>
        <p:spPr>
          <a:xfrm>
            <a:off x="6779834" y="2616075"/>
            <a:ext cx="2321042" cy="15239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/>
          <p:cNvSpPr/>
          <p:nvPr/>
        </p:nvSpPr>
        <p:spPr>
          <a:xfrm>
            <a:off x="9100876" y="3852590"/>
            <a:ext cx="1934979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알림</a:t>
            </a:r>
            <a:endParaRPr lang="ko-KR" altLang="en-US" sz="1600"/>
          </a:p>
        </p:txBody>
      </p:sp>
      <p:cxnSp>
        <p:nvCxnSpPr>
          <p:cNvPr id="33" name="직선 화살표 연결선 32"/>
          <p:cNvCxnSpPr>
            <a:stCxn id="15" idx="3"/>
            <a:endCxn id="31" idx="1"/>
          </p:cNvCxnSpPr>
          <p:nvPr/>
        </p:nvCxnSpPr>
        <p:spPr>
          <a:xfrm flipV="1">
            <a:off x="6779834" y="4140046"/>
            <a:ext cx="2321042" cy="4779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20"/>
          <p:cNvSpPr/>
          <p:nvPr/>
        </p:nvSpPr>
        <p:spPr>
          <a:xfrm>
            <a:off x="4622603" y="5322583"/>
            <a:ext cx="2157230" cy="57491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일감 승인 요청 시 </a:t>
            </a:r>
            <a:endParaRPr lang="ko-KR" altLang="en-US" sz="1600"/>
          </a:p>
        </p:txBody>
      </p:sp>
      <p:cxnSp>
        <p:nvCxnSpPr>
          <p:cNvPr id="45" name="직선 화살표 연결선 16"/>
          <p:cNvCxnSpPr>
            <a:stCxn id="22" idx="3"/>
            <a:endCxn id="40" idx="1"/>
          </p:cNvCxnSpPr>
          <p:nvPr/>
        </p:nvCxnSpPr>
        <p:spPr>
          <a:xfrm>
            <a:off x="2903490" y="4147984"/>
            <a:ext cx="1719113" cy="14620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32"/>
          <p:cNvCxnSpPr>
            <a:stCxn id="40" idx="3"/>
            <a:endCxn id="31" idx="1"/>
          </p:cNvCxnSpPr>
          <p:nvPr/>
        </p:nvCxnSpPr>
        <p:spPr>
          <a:xfrm flipV="1">
            <a:off x="6779834" y="4140046"/>
            <a:ext cx="2321042" cy="14699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23"/>
          <p:cNvCxnSpPr>
            <a:stCxn id="21" idx="3"/>
            <a:endCxn id="31" idx="1"/>
          </p:cNvCxnSpPr>
          <p:nvPr/>
        </p:nvCxnSpPr>
        <p:spPr>
          <a:xfrm>
            <a:off x="6779834" y="3570102"/>
            <a:ext cx="2321042" cy="5699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일감관리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리더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" name="사각형: 둥근 모서리 18"/>
          <p:cNvSpPr/>
          <p:nvPr/>
        </p:nvSpPr>
        <p:spPr>
          <a:xfrm>
            <a:off x="2467349" y="1867230"/>
            <a:ext cx="1335358" cy="62128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등록 </a:t>
            </a:r>
            <a:endParaRPr lang="ko-KR" altLang="en-US" sz="1500"/>
          </a:p>
        </p:txBody>
      </p:sp>
      <p:cxnSp>
        <p:nvCxnSpPr>
          <p:cNvPr id="37" name="직선 화살표 연결선 36"/>
          <p:cNvCxnSpPr>
            <a:stCxn id="41" idx="3"/>
            <a:endCxn id="19" idx="1"/>
          </p:cNvCxnSpPr>
          <p:nvPr/>
        </p:nvCxnSpPr>
        <p:spPr>
          <a:xfrm>
            <a:off x="1921520" y="2177870"/>
            <a:ext cx="5458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18"/>
          <p:cNvSpPr/>
          <p:nvPr/>
        </p:nvSpPr>
        <p:spPr>
          <a:xfrm>
            <a:off x="4683458" y="1867230"/>
            <a:ext cx="1748109" cy="62128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정보 및 중요도 라벨 선택</a:t>
            </a:r>
            <a:endParaRPr lang="ko-KR" altLang="en-US" sz="1500"/>
          </a:p>
        </p:txBody>
      </p:sp>
      <p:cxnSp>
        <p:nvCxnSpPr>
          <p:cNvPr id="39" name="직선 화살표 연결선 36"/>
          <p:cNvCxnSpPr>
            <a:stCxn id="19" idx="3"/>
            <a:endCxn id="38" idx="1"/>
          </p:cNvCxnSpPr>
          <p:nvPr/>
        </p:nvCxnSpPr>
        <p:spPr>
          <a:xfrm>
            <a:off x="3802708" y="2177870"/>
            <a:ext cx="8807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18"/>
          <p:cNvSpPr/>
          <p:nvPr/>
        </p:nvSpPr>
        <p:spPr>
          <a:xfrm>
            <a:off x="5312578" y="3118360"/>
            <a:ext cx="1566844" cy="62128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등록 일감 상세 </a:t>
            </a:r>
            <a:endParaRPr lang="ko-KR" altLang="en-US" sz="1500"/>
          </a:p>
          <a:p>
            <a:pPr algn="ctr">
              <a:defRPr/>
            </a:pPr>
            <a:r>
              <a:rPr lang="ko-KR" altLang="en-US" sz="1500"/>
              <a:t>페이지</a:t>
            </a:r>
            <a:endParaRPr lang="ko-KR" altLang="en-US" sz="1500"/>
          </a:p>
        </p:txBody>
      </p:sp>
      <p:sp>
        <p:nvSpPr>
          <p:cNvPr id="41" name="사각형: 둥근 모서리 18"/>
          <p:cNvSpPr/>
          <p:nvPr/>
        </p:nvSpPr>
        <p:spPr>
          <a:xfrm>
            <a:off x="586162" y="1867230"/>
            <a:ext cx="1335358" cy="62128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상위 일감 </a:t>
            </a:r>
            <a:endParaRPr lang="ko-KR" altLang="en-US" sz="1500"/>
          </a:p>
          <a:p>
            <a:pPr algn="ctr">
              <a:defRPr/>
            </a:pPr>
            <a:r>
              <a:rPr lang="ko-KR" altLang="en-US" sz="1500"/>
              <a:t>등록</a:t>
            </a:r>
            <a:endParaRPr lang="ko-KR" altLang="en-US" sz="1500"/>
          </a:p>
        </p:txBody>
      </p:sp>
      <p:sp>
        <p:nvSpPr>
          <p:cNvPr id="44" name="사각형: 둥근 모서리 18"/>
          <p:cNvSpPr/>
          <p:nvPr/>
        </p:nvSpPr>
        <p:spPr>
          <a:xfrm>
            <a:off x="9068522" y="3118360"/>
            <a:ext cx="2005285" cy="62128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일감에 대한 댓글</a:t>
            </a:r>
            <a:endParaRPr lang="ko-KR" altLang="en-US" sz="1500"/>
          </a:p>
          <a:p>
            <a:pPr algn="ctr">
              <a:defRPr/>
            </a:pPr>
            <a:r>
              <a:rPr lang="ko-KR" altLang="en-US" sz="1500"/>
              <a:t>수정</a:t>
            </a:r>
            <a:r>
              <a:rPr lang="en-US" altLang="ko-KR" sz="1500"/>
              <a:t>/</a:t>
            </a:r>
            <a:r>
              <a:rPr lang="ko-KR" altLang="en-US" sz="1500"/>
              <a:t>삭제</a:t>
            </a:r>
            <a:r>
              <a:rPr lang="en-US" altLang="ko-KR" sz="1500"/>
              <a:t>/</a:t>
            </a:r>
            <a:r>
              <a:rPr lang="ko-KR" altLang="en-US" sz="1500"/>
              <a:t>등록</a:t>
            </a:r>
            <a:endParaRPr lang="ko-KR" altLang="en-US" sz="1500"/>
          </a:p>
        </p:txBody>
      </p:sp>
      <p:cxnSp>
        <p:nvCxnSpPr>
          <p:cNvPr id="45" name="직선 화살표 연결선 36"/>
          <p:cNvCxnSpPr>
            <a:stCxn id="52" idx="3"/>
            <a:endCxn id="44" idx="1"/>
          </p:cNvCxnSpPr>
          <p:nvPr/>
        </p:nvCxnSpPr>
        <p:spPr>
          <a:xfrm>
            <a:off x="8705006" y="3429000"/>
            <a:ext cx="3635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18"/>
          <p:cNvSpPr/>
          <p:nvPr/>
        </p:nvSpPr>
        <p:spPr>
          <a:xfrm>
            <a:off x="7223887" y="3118360"/>
            <a:ext cx="1481119" cy="62128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댓글</a:t>
            </a:r>
            <a:endParaRPr lang="ko-KR" altLang="en-US" sz="1500"/>
          </a:p>
        </p:txBody>
      </p:sp>
      <p:cxnSp>
        <p:nvCxnSpPr>
          <p:cNvPr id="53" name="직선 화살표 연결선 36"/>
          <p:cNvCxnSpPr>
            <a:stCxn id="40" idx="3"/>
            <a:endCxn id="52" idx="1"/>
          </p:cNvCxnSpPr>
          <p:nvPr/>
        </p:nvCxnSpPr>
        <p:spPr>
          <a:xfrm>
            <a:off x="6879422" y="3429000"/>
            <a:ext cx="34446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18"/>
          <p:cNvSpPr/>
          <p:nvPr/>
        </p:nvSpPr>
        <p:spPr>
          <a:xfrm>
            <a:off x="7337758" y="1867230"/>
            <a:ext cx="1748109" cy="62128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일감 진행도 표시</a:t>
            </a:r>
            <a:endParaRPr lang="ko-KR" altLang="en-US" sz="1500"/>
          </a:p>
        </p:txBody>
      </p:sp>
      <p:cxnSp>
        <p:nvCxnSpPr>
          <p:cNvPr id="55" name="직선 화살표 연결선 36"/>
          <p:cNvCxnSpPr/>
          <p:nvPr/>
        </p:nvCxnSpPr>
        <p:spPr>
          <a:xfrm>
            <a:off x="6457007" y="2177870"/>
            <a:ext cx="8807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36"/>
          <p:cNvCxnSpPr>
            <a:endCxn id="59" idx="1"/>
          </p:cNvCxnSpPr>
          <p:nvPr/>
        </p:nvCxnSpPr>
        <p:spPr>
          <a:xfrm flipV="1">
            <a:off x="1921520" y="4541658"/>
            <a:ext cx="879204" cy="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18"/>
          <p:cNvSpPr/>
          <p:nvPr/>
        </p:nvSpPr>
        <p:spPr>
          <a:xfrm>
            <a:off x="586162" y="4232605"/>
            <a:ext cx="1335358" cy="62128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팀원의 일감 승인 요청</a:t>
            </a:r>
            <a:endParaRPr lang="ko-KR" altLang="en-US" sz="1500"/>
          </a:p>
        </p:txBody>
      </p:sp>
      <p:sp>
        <p:nvSpPr>
          <p:cNvPr id="59" name="사각형: 둥근 모서리 18"/>
          <p:cNvSpPr/>
          <p:nvPr/>
        </p:nvSpPr>
        <p:spPr>
          <a:xfrm>
            <a:off x="2800724" y="4175455"/>
            <a:ext cx="1335358" cy="73240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승인</a:t>
            </a:r>
            <a:endParaRPr lang="ko-KR" altLang="en-US" sz="1500"/>
          </a:p>
          <a:p>
            <a:pPr algn="ctr">
              <a:defRPr/>
            </a:pPr>
            <a:r>
              <a:rPr lang="ko-KR" altLang="en-US" sz="1500"/>
              <a:t>반려</a:t>
            </a:r>
            <a:endParaRPr lang="ko-KR" altLang="en-US" sz="1500"/>
          </a:p>
          <a:p>
            <a:pPr algn="ctr">
              <a:defRPr/>
            </a:pPr>
            <a:r>
              <a:rPr lang="ko-KR" altLang="en-US" sz="1500"/>
              <a:t>삭제</a:t>
            </a:r>
            <a:endParaRPr lang="ko-KR" altLang="en-US" sz="1500"/>
          </a:p>
        </p:txBody>
      </p:sp>
      <p:cxnSp>
        <p:nvCxnSpPr>
          <p:cNvPr id="60" name="직선 화살표 연결선 36"/>
          <p:cNvCxnSpPr/>
          <p:nvPr/>
        </p:nvCxnSpPr>
        <p:spPr>
          <a:xfrm flipV="1">
            <a:off x="4159895" y="4541658"/>
            <a:ext cx="879204" cy="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18"/>
          <p:cNvSpPr/>
          <p:nvPr/>
        </p:nvSpPr>
        <p:spPr>
          <a:xfrm>
            <a:off x="5039099" y="4175455"/>
            <a:ext cx="2740296" cy="73240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요청자 칸반 일정 등록</a:t>
            </a:r>
            <a:endParaRPr lang="ko-KR" altLang="en-US" sz="1500"/>
          </a:p>
          <a:p>
            <a:pPr algn="ctr">
              <a:defRPr/>
            </a:pPr>
            <a:endParaRPr lang="ko-KR" altLang="en-US" sz="1500"/>
          </a:p>
        </p:txBody>
      </p:sp>
      <p:cxnSp>
        <p:nvCxnSpPr>
          <p:cNvPr id="62" name="직선 화살표 연결선 36"/>
          <p:cNvCxnSpPr/>
          <p:nvPr/>
        </p:nvCxnSpPr>
        <p:spPr>
          <a:xfrm flipV="1">
            <a:off x="1921520" y="5930720"/>
            <a:ext cx="879204" cy="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18"/>
          <p:cNvSpPr/>
          <p:nvPr/>
        </p:nvSpPr>
        <p:spPr>
          <a:xfrm>
            <a:off x="586162" y="5621667"/>
            <a:ext cx="1597295" cy="62128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팀원 중도 하차</a:t>
            </a:r>
            <a:endParaRPr lang="ko-KR" altLang="en-US" sz="1500"/>
          </a:p>
        </p:txBody>
      </p:sp>
      <p:sp>
        <p:nvSpPr>
          <p:cNvPr id="64" name="사각형: 둥근 모서리 18"/>
          <p:cNvSpPr/>
          <p:nvPr/>
        </p:nvSpPr>
        <p:spPr>
          <a:xfrm>
            <a:off x="2800724" y="5564517"/>
            <a:ext cx="1335358" cy="73240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일감 당담자 미배정</a:t>
            </a:r>
            <a:endParaRPr lang="ko-KR" altLang="en-US" sz="1500"/>
          </a:p>
        </p:txBody>
      </p:sp>
      <p:cxnSp>
        <p:nvCxnSpPr>
          <p:cNvPr id="65" name="직선 화살표 연결선 36"/>
          <p:cNvCxnSpPr/>
          <p:nvPr/>
        </p:nvCxnSpPr>
        <p:spPr>
          <a:xfrm flipV="1">
            <a:off x="4159895" y="5930720"/>
            <a:ext cx="879204" cy="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18"/>
          <p:cNvSpPr/>
          <p:nvPr/>
        </p:nvSpPr>
        <p:spPr>
          <a:xfrm>
            <a:off x="5039099" y="5564517"/>
            <a:ext cx="2740296" cy="73240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새로운 담당자 지정</a:t>
            </a:r>
            <a:endParaRPr lang="ko-KR" altLang="en-US" sz="1500"/>
          </a:p>
          <a:p>
            <a:pPr algn="ctr">
              <a:defRPr/>
            </a:pPr>
            <a:endParaRPr lang="ko-KR" altLang="en-US" sz="1500"/>
          </a:p>
        </p:txBody>
      </p:sp>
      <p:cxnSp>
        <p:nvCxnSpPr>
          <p:cNvPr id="68" name=""/>
          <p:cNvCxnSpPr>
            <a:stCxn id="54" idx="2"/>
            <a:endCxn id="40" idx="0"/>
          </p:cNvCxnSpPr>
          <p:nvPr/>
        </p:nvCxnSpPr>
        <p:spPr>
          <a:xfrm rot="5400000">
            <a:off x="6838981" y="1745529"/>
            <a:ext cx="629849" cy="211581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이슈 관리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리더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" name="사각형: 둥근 모서리 18"/>
          <p:cNvSpPr/>
          <p:nvPr/>
        </p:nvSpPr>
        <p:spPr>
          <a:xfrm>
            <a:off x="7855400" y="3324105"/>
            <a:ext cx="3591154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주제에 맞지않는 이슈 삭제</a:t>
            </a:r>
            <a:endParaRPr lang="ko-KR" altLang="en-US" sz="1500"/>
          </a:p>
        </p:txBody>
      </p:sp>
      <p:sp>
        <p:nvSpPr>
          <p:cNvPr id="22" name="사각형: 둥근 모서리 21"/>
          <p:cNvSpPr/>
          <p:nvPr/>
        </p:nvSpPr>
        <p:spPr>
          <a:xfrm>
            <a:off x="1323805" y="3330346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 관리</a:t>
            </a:r>
            <a:endParaRPr lang="ko-KR" altLang="en-US" sz="1600"/>
          </a:p>
        </p:txBody>
      </p:sp>
      <p:cxnSp>
        <p:nvCxnSpPr>
          <p:cNvPr id="37" name="직선 화살표 연결선 36"/>
          <p:cNvCxnSpPr>
            <a:stCxn id="22" idx="3"/>
          </p:cNvCxnSpPr>
          <p:nvPr/>
        </p:nvCxnSpPr>
        <p:spPr>
          <a:xfrm flipV="1">
            <a:off x="3195286" y="3734594"/>
            <a:ext cx="1452120" cy="95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21"/>
          <p:cNvSpPr/>
          <p:nvPr/>
        </p:nvSpPr>
        <p:spPr>
          <a:xfrm>
            <a:off x="4609930" y="3330346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이슈 선택 삭제</a:t>
            </a:r>
            <a:endParaRPr lang="ko-KR" altLang="en-US" sz="1600"/>
          </a:p>
        </p:txBody>
      </p:sp>
      <p:cxnSp>
        <p:nvCxnSpPr>
          <p:cNvPr id="39" name="직선 화살표 연결선 36"/>
          <p:cNvCxnSpPr>
            <a:endCxn id="19" idx="1"/>
          </p:cNvCxnSpPr>
          <p:nvPr/>
        </p:nvCxnSpPr>
        <p:spPr>
          <a:xfrm flipV="1">
            <a:off x="6481411" y="3737933"/>
            <a:ext cx="1373989" cy="62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캘린더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리더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" name="사각형: 둥근 모서리 18"/>
          <p:cNvSpPr/>
          <p:nvPr/>
        </p:nvSpPr>
        <p:spPr>
          <a:xfrm>
            <a:off x="5903081" y="3015172"/>
            <a:ext cx="1979842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모든 구성원의 일감 조회</a:t>
            </a:r>
            <a:endParaRPr lang="ko-KR" altLang="en-US" sz="1500"/>
          </a:p>
        </p:txBody>
      </p:sp>
      <p:sp>
        <p:nvSpPr>
          <p:cNvPr id="22" name="사각형: 둥근 모서리 21"/>
          <p:cNvSpPr/>
          <p:nvPr/>
        </p:nvSpPr>
        <p:spPr>
          <a:xfrm>
            <a:off x="3477360" y="3622792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캘린더</a:t>
            </a:r>
            <a:endParaRPr lang="ko-KR" altLang="en-US" sz="1600"/>
          </a:p>
        </p:txBody>
      </p:sp>
      <p:cxnSp>
        <p:nvCxnSpPr>
          <p:cNvPr id="37" name="직선 화살표 연결선 36"/>
          <p:cNvCxnSpPr>
            <a:stCxn id="22" idx="3"/>
            <a:endCxn id="19" idx="1"/>
          </p:cNvCxnSpPr>
          <p:nvPr/>
        </p:nvCxnSpPr>
        <p:spPr>
          <a:xfrm rot="5400000" flipH="1" flipV="1">
            <a:off x="5322151" y="3455689"/>
            <a:ext cx="607620" cy="5542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/>
          <p:cNvSpPr/>
          <p:nvPr/>
        </p:nvSpPr>
        <p:spPr>
          <a:xfrm>
            <a:off x="5903081" y="4226256"/>
            <a:ext cx="1979842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개인 일정 등록 </a:t>
            </a:r>
            <a:endParaRPr lang="ko-KR" altLang="en-US" sz="1500"/>
          </a:p>
          <a:p>
            <a:pPr algn="ctr">
              <a:defRPr/>
            </a:pPr>
            <a:r>
              <a:rPr lang="ko-KR" altLang="en-US" sz="1500"/>
              <a:t>가능</a:t>
            </a:r>
            <a:endParaRPr lang="ko-KR" altLang="en-US" sz="1500"/>
          </a:p>
        </p:txBody>
      </p:sp>
      <p:cxnSp>
        <p:nvCxnSpPr>
          <p:cNvPr id="23" name="직선 화살표 연결선 22"/>
          <p:cNvCxnSpPr>
            <a:stCxn id="22" idx="3"/>
            <a:endCxn id="8" idx="1"/>
          </p:cNvCxnSpPr>
          <p:nvPr/>
        </p:nvCxnSpPr>
        <p:spPr>
          <a:xfrm rot="16200000" flipH="1">
            <a:off x="5324229" y="4061231"/>
            <a:ext cx="603464" cy="5542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21"/>
          <p:cNvSpPr/>
          <p:nvPr/>
        </p:nvSpPr>
        <p:spPr>
          <a:xfrm>
            <a:off x="769938" y="1773354"/>
            <a:ext cx="2760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구성원의 일감 조회의 라벨 색상과 개인 일정의 라벨 색상은 상이함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게시판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공지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리더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22" name="사각형: 둥근 모서리 21"/>
          <p:cNvSpPr/>
          <p:nvPr/>
        </p:nvSpPr>
        <p:spPr>
          <a:xfrm>
            <a:off x="603171" y="2901334"/>
            <a:ext cx="1432581" cy="63355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관련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공지사항</a:t>
            </a:r>
            <a:endParaRPr lang="ko-KR" altLang="en-US" sz="1600"/>
          </a:p>
        </p:txBody>
      </p:sp>
      <p:cxnSp>
        <p:nvCxnSpPr>
          <p:cNvPr id="37" name="직선 화살표 연결선 36"/>
          <p:cNvCxnSpPr>
            <a:stCxn id="22" idx="3"/>
            <a:endCxn id="38" idx="1"/>
          </p:cNvCxnSpPr>
          <p:nvPr/>
        </p:nvCxnSpPr>
        <p:spPr>
          <a:xfrm flipV="1">
            <a:off x="2035752" y="2408486"/>
            <a:ext cx="1440793" cy="8096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21"/>
          <p:cNvSpPr/>
          <p:nvPr/>
        </p:nvSpPr>
        <p:spPr>
          <a:xfrm>
            <a:off x="3476546" y="2091709"/>
            <a:ext cx="1432581" cy="63355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게시판</a:t>
            </a:r>
            <a:r>
              <a:rPr lang="en-US" altLang="ko-KR" sz="1600"/>
              <a:t>(</a:t>
            </a:r>
            <a:r>
              <a:rPr lang="ko-KR" altLang="en-US" sz="1600"/>
              <a:t>공지</a:t>
            </a:r>
            <a:r>
              <a:rPr lang="en-US" altLang="ko-KR" sz="1600"/>
              <a:t>)</a:t>
            </a:r>
            <a:endParaRPr lang="en-US" altLang="ko-KR" sz="1600"/>
          </a:p>
          <a:p>
            <a:pPr algn="ctr">
              <a:defRPr/>
            </a:pPr>
            <a:r>
              <a:rPr lang="ko-KR" altLang="en-US" sz="1600"/>
              <a:t>페이지</a:t>
            </a:r>
            <a:endParaRPr lang="ko-KR" altLang="en-US" sz="1600"/>
          </a:p>
        </p:txBody>
      </p:sp>
      <p:cxnSp>
        <p:nvCxnSpPr>
          <p:cNvPr id="45" name="직선 화살표 연결선 36"/>
          <p:cNvCxnSpPr>
            <a:stCxn id="38" idx="3"/>
            <a:endCxn id="54" idx="1"/>
          </p:cNvCxnSpPr>
          <p:nvPr/>
        </p:nvCxnSpPr>
        <p:spPr>
          <a:xfrm rot="16200000" flipH="1">
            <a:off x="4616166" y="2701447"/>
            <a:ext cx="1536459" cy="9505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21"/>
          <p:cNvSpPr/>
          <p:nvPr/>
        </p:nvSpPr>
        <p:spPr>
          <a:xfrm>
            <a:off x="3476546" y="3671272"/>
            <a:ext cx="1432581" cy="63355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게시판</a:t>
            </a:r>
            <a:r>
              <a:rPr lang="en-US" altLang="ko-KR" sz="1600"/>
              <a:t>(</a:t>
            </a:r>
            <a:r>
              <a:rPr lang="ko-KR" altLang="en-US" sz="1600"/>
              <a:t>자유</a:t>
            </a:r>
            <a:r>
              <a:rPr lang="en-US" altLang="ko-KR" sz="1600"/>
              <a:t>)</a:t>
            </a:r>
            <a:endParaRPr lang="en-US" altLang="ko-KR" sz="1600"/>
          </a:p>
          <a:p>
            <a:pPr algn="ctr">
              <a:defRPr/>
            </a:pPr>
            <a:r>
              <a:rPr lang="ko-KR" altLang="en-US" sz="1600"/>
              <a:t>페이지</a:t>
            </a:r>
            <a:endParaRPr lang="ko-KR" altLang="en-US" sz="1600"/>
          </a:p>
        </p:txBody>
      </p:sp>
      <p:cxnSp>
        <p:nvCxnSpPr>
          <p:cNvPr id="53" name="직선 화살표 연결선 36"/>
          <p:cNvCxnSpPr>
            <a:stCxn id="22" idx="3"/>
            <a:endCxn id="52" idx="1"/>
          </p:cNvCxnSpPr>
          <p:nvPr/>
        </p:nvCxnSpPr>
        <p:spPr>
          <a:xfrm>
            <a:off x="2035752" y="3218111"/>
            <a:ext cx="1440793" cy="7699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21"/>
          <p:cNvSpPr/>
          <p:nvPr/>
        </p:nvSpPr>
        <p:spPr>
          <a:xfrm>
            <a:off x="5859665" y="3763056"/>
            <a:ext cx="1432581" cy="36378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등록</a:t>
            </a:r>
            <a:endParaRPr lang="ko-KR" altLang="en-US" sz="1600"/>
          </a:p>
        </p:txBody>
      </p:sp>
      <p:cxnSp>
        <p:nvCxnSpPr>
          <p:cNvPr id="55" name="직선 화살표 연결선 36"/>
          <p:cNvCxnSpPr>
            <a:stCxn id="52" idx="3"/>
            <a:endCxn id="54" idx="1"/>
          </p:cNvCxnSpPr>
          <p:nvPr/>
        </p:nvCxnSpPr>
        <p:spPr>
          <a:xfrm flipV="1">
            <a:off x="4909127" y="3944946"/>
            <a:ext cx="950537" cy="431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39"/>
          <p:cNvCxnSpPr>
            <a:stCxn id="67" idx="0"/>
            <a:endCxn id="57" idx="2"/>
          </p:cNvCxnSpPr>
          <p:nvPr/>
        </p:nvCxnSpPr>
        <p:spPr>
          <a:xfrm rot="16200000" flipV="1">
            <a:off x="8397194" y="3427162"/>
            <a:ext cx="671757" cy="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4"/>
          <p:cNvSpPr/>
          <p:nvPr/>
        </p:nvSpPr>
        <p:spPr>
          <a:xfrm>
            <a:off x="8217274" y="2463573"/>
            <a:ext cx="1031565" cy="627725"/>
          </a:xfrm>
          <a:prstGeom prst="roundRect">
            <a:avLst>
              <a:gd name="adj" fmla="val 16667"/>
            </a:avLst>
          </a:prstGeom>
          <a:ln w="19050">
            <a:solidFill>
              <a:srgbClr val="eb58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유효성 체크</a:t>
            </a:r>
            <a:endParaRPr lang="ko-KR" altLang="en-US" sz="1600"/>
          </a:p>
        </p:txBody>
      </p:sp>
      <p:cxnSp>
        <p:nvCxnSpPr>
          <p:cNvPr id="58" name="직선 화살표 연결선 36"/>
          <p:cNvCxnSpPr>
            <a:stCxn id="52" idx="2"/>
            <a:endCxn id="60" idx="0"/>
          </p:cNvCxnSpPr>
          <p:nvPr/>
        </p:nvCxnSpPr>
        <p:spPr>
          <a:xfrm rot="16200000" flipH="1">
            <a:off x="3783333" y="4714330"/>
            <a:ext cx="81900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21"/>
          <p:cNvSpPr/>
          <p:nvPr/>
        </p:nvSpPr>
        <p:spPr>
          <a:xfrm>
            <a:off x="3476546" y="5123834"/>
            <a:ext cx="1432581" cy="63355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댓글</a:t>
            </a:r>
            <a:endParaRPr lang="ko-KR" altLang="en-US" sz="1600"/>
          </a:p>
        </p:txBody>
      </p:sp>
      <p:cxnSp>
        <p:nvCxnSpPr>
          <p:cNvPr id="62" name="직선 화살표 연결선 36"/>
          <p:cNvCxnSpPr>
            <a:stCxn id="60" idx="3"/>
            <a:endCxn id="54" idx="1"/>
          </p:cNvCxnSpPr>
          <p:nvPr/>
        </p:nvCxnSpPr>
        <p:spPr>
          <a:xfrm rot="5400000" flipH="1" flipV="1">
            <a:off x="4636563" y="4217510"/>
            <a:ext cx="1495665" cy="9505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사각형: 둥근 모서리 21"/>
          <p:cNvSpPr/>
          <p:nvPr/>
        </p:nvSpPr>
        <p:spPr>
          <a:xfrm>
            <a:off x="5859665" y="4467906"/>
            <a:ext cx="1432581" cy="36378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삭제</a:t>
            </a:r>
            <a:endParaRPr lang="ko-KR" altLang="en-US" sz="1600"/>
          </a:p>
        </p:txBody>
      </p:sp>
      <p:sp>
        <p:nvSpPr>
          <p:cNvPr id="65" name="사각형: 둥근 모서리 21"/>
          <p:cNvSpPr/>
          <p:nvPr/>
        </p:nvSpPr>
        <p:spPr>
          <a:xfrm>
            <a:off x="5859665" y="5134656"/>
            <a:ext cx="1432581" cy="36378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조회</a:t>
            </a:r>
            <a:endParaRPr lang="ko-KR" altLang="en-US" sz="1600"/>
          </a:p>
        </p:txBody>
      </p:sp>
      <p:sp>
        <p:nvSpPr>
          <p:cNvPr id="66" name="사각형: 둥근 모서리 21"/>
          <p:cNvSpPr/>
          <p:nvPr/>
        </p:nvSpPr>
        <p:spPr>
          <a:xfrm>
            <a:off x="5869190" y="3065220"/>
            <a:ext cx="1432581" cy="36378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수정</a:t>
            </a:r>
            <a:endParaRPr lang="ko-KR" altLang="en-US" sz="1600"/>
          </a:p>
        </p:txBody>
      </p:sp>
      <p:sp>
        <p:nvSpPr>
          <p:cNvPr id="67" name="사각형: 둥근 모서리 21"/>
          <p:cNvSpPr/>
          <p:nvPr/>
        </p:nvSpPr>
        <p:spPr>
          <a:xfrm>
            <a:off x="8016797" y="3763056"/>
            <a:ext cx="1432581" cy="36378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정보 입력</a:t>
            </a:r>
            <a:endParaRPr lang="ko-KR" altLang="en-US" sz="1600"/>
          </a:p>
        </p:txBody>
      </p:sp>
      <p:cxnSp>
        <p:nvCxnSpPr>
          <p:cNvPr id="68" name="직선 화살표 연결선 36"/>
          <p:cNvCxnSpPr>
            <a:stCxn id="54" idx="3"/>
            <a:endCxn id="67" idx="1"/>
          </p:cNvCxnSpPr>
          <p:nvPr/>
        </p:nvCxnSpPr>
        <p:spPr>
          <a:xfrm>
            <a:off x="7292249" y="3944946"/>
            <a:ext cx="7245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36"/>
          <p:cNvCxnSpPr>
            <a:stCxn id="64" idx="3"/>
            <a:endCxn id="67" idx="1"/>
          </p:cNvCxnSpPr>
          <p:nvPr/>
        </p:nvCxnSpPr>
        <p:spPr>
          <a:xfrm flipV="1">
            <a:off x="7292246" y="3944946"/>
            <a:ext cx="724551" cy="7048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36"/>
          <p:cNvCxnSpPr>
            <a:stCxn id="65" idx="3"/>
            <a:endCxn id="67" idx="1"/>
          </p:cNvCxnSpPr>
          <p:nvPr/>
        </p:nvCxnSpPr>
        <p:spPr>
          <a:xfrm rot="5400000" flipH="1" flipV="1">
            <a:off x="6968722" y="4268469"/>
            <a:ext cx="1371598" cy="7245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36"/>
          <p:cNvCxnSpPr>
            <a:stCxn id="66" idx="3"/>
            <a:endCxn id="67" idx="1"/>
          </p:cNvCxnSpPr>
          <p:nvPr/>
        </p:nvCxnSpPr>
        <p:spPr>
          <a:xfrm>
            <a:off x="7301772" y="3247110"/>
            <a:ext cx="715025" cy="6978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프로젝트 설정 관리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리더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22" name="사각형: 둥근 모서리 21"/>
          <p:cNvSpPr/>
          <p:nvPr/>
        </p:nvSpPr>
        <p:spPr>
          <a:xfrm>
            <a:off x="3013650" y="3319972"/>
            <a:ext cx="1526876" cy="6752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생성된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프로젝트</a:t>
            </a:r>
            <a:endParaRPr lang="ko-KR" altLang="en-US" sz="1600"/>
          </a:p>
        </p:txBody>
      </p:sp>
      <p:cxnSp>
        <p:nvCxnSpPr>
          <p:cNvPr id="37" name="직선 화살표 연결선 36"/>
          <p:cNvCxnSpPr>
            <a:stCxn id="22" idx="3"/>
          </p:cNvCxnSpPr>
          <p:nvPr/>
        </p:nvCxnSpPr>
        <p:spPr>
          <a:xfrm>
            <a:off x="4540527" y="3657600"/>
            <a:ext cx="4433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21"/>
          <p:cNvSpPr/>
          <p:nvPr/>
        </p:nvSpPr>
        <p:spPr>
          <a:xfrm>
            <a:off x="4985326" y="3319972"/>
            <a:ext cx="1526876" cy="6752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수정</a:t>
            </a:r>
            <a:endParaRPr lang="ko-KR" altLang="en-US" sz="1600"/>
          </a:p>
        </p:txBody>
      </p:sp>
      <p:cxnSp>
        <p:nvCxnSpPr>
          <p:cNvPr id="73" name="직선 화살표 연결선 36"/>
          <p:cNvCxnSpPr>
            <a:stCxn id="63" idx="0"/>
            <a:endCxn id="74" idx="2"/>
          </p:cNvCxnSpPr>
          <p:nvPr/>
        </p:nvCxnSpPr>
        <p:spPr>
          <a:xfrm rot="16200000" flipV="1">
            <a:off x="5582239" y="3153446"/>
            <a:ext cx="325662" cy="73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사각형: 둥근 모서리 21"/>
          <p:cNvSpPr/>
          <p:nvPr/>
        </p:nvSpPr>
        <p:spPr>
          <a:xfrm>
            <a:off x="5150239" y="2319054"/>
            <a:ext cx="1182272" cy="6752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공개 유무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선택</a:t>
            </a:r>
            <a:endParaRPr lang="ko-KR" altLang="en-US" sz="1600"/>
          </a:p>
        </p:txBody>
      </p:sp>
      <p:cxnSp>
        <p:nvCxnSpPr>
          <p:cNvPr id="75" name="직선 화살표 연결선 36"/>
          <p:cNvCxnSpPr>
            <a:stCxn id="63" idx="3"/>
            <a:endCxn id="77" idx="1"/>
          </p:cNvCxnSpPr>
          <p:nvPr/>
        </p:nvCxnSpPr>
        <p:spPr>
          <a:xfrm>
            <a:off x="6512202" y="3657600"/>
            <a:ext cx="9686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사각형: 둥근 모서리 21"/>
          <p:cNvSpPr/>
          <p:nvPr/>
        </p:nvSpPr>
        <p:spPr>
          <a:xfrm>
            <a:off x="7480876" y="3319972"/>
            <a:ext cx="1526876" cy="6752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완료</a:t>
            </a:r>
            <a:endParaRPr lang="ko-KR" altLang="en-US" sz="1600"/>
          </a:p>
        </p:txBody>
      </p:sp>
      <p:cxnSp>
        <p:nvCxnSpPr>
          <p:cNvPr id="78" name=""/>
          <p:cNvCxnSpPr>
            <a:endCxn id="79" idx="1"/>
          </p:cNvCxnSpPr>
          <p:nvPr/>
        </p:nvCxnSpPr>
        <p:spPr>
          <a:xfrm>
            <a:off x="3724929" y="4000500"/>
            <a:ext cx="1260396" cy="92392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21"/>
          <p:cNvSpPr/>
          <p:nvPr/>
        </p:nvSpPr>
        <p:spPr>
          <a:xfrm>
            <a:off x="4985326" y="4586797"/>
            <a:ext cx="1526876" cy="6752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중도 해산</a:t>
            </a:r>
            <a:endParaRPr lang="ko-KR" altLang="en-US" sz="1600"/>
          </a:p>
        </p:txBody>
      </p:sp>
      <p:cxnSp>
        <p:nvCxnSpPr>
          <p:cNvPr id="80" name="직선 화살표 연결선 36"/>
          <p:cNvCxnSpPr>
            <a:stCxn id="79" idx="2"/>
            <a:endCxn id="81" idx="0"/>
          </p:cNvCxnSpPr>
          <p:nvPr/>
        </p:nvCxnSpPr>
        <p:spPr>
          <a:xfrm rot="5400000">
            <a:off x="5519656" y="5491162"/>
            <a:ext cx="458218" cy="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21"/>
          <p:cNvSpPr/>
          <p:nvPr/>
        </p:nvSpPr>
        <p:spPr>
          <a:xfrm>
            <a:off x="4985326" y="5720272"/>
            <a:ext cx="1526876" cy="6752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실수 방지를 위한 캡차</a:t>
            </a:r>
            <a:r>
              <a:rPr lang="en-US" altLang="ko-KR" sz="1600"/>
              <a:t>API</a:t>
            </a:r>
            <a:endParaRPr lang="en-US" altLang="ko-KR" sz="1600"/>
          </a:p>
        </p:txBody>
      </p:sp>
      <p:sp>
        <p:nvSpPr>
          <p:cNvPr id="82" name="사각형: 둥근 모서리 21"/>
          <p:cNvSpPr/>
          <p:nvPr/>
        </p:nvSpPr>
        <p:spPr>
          <a:xfrm>
            <a:off x="4319137" y="1525304"/>
            <a:ext cx="1182272" cy="45113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공개</a:t>
            </a:r>
            <a:endParaRPr lang="ko-KR" altLang="en-US" sz="1600"/>
          </a:p>
        </p:txBody>
      </p:sp>
      <p:sp>
        <p:nvSpPr>
          <p:cNvPr id="83" name="사각형: 둥근 모서리 21"/>
          <p:cNvSpPr/>
          <p:nvPr/>
        </p:nvSpPr>
        <p:spPr>
          <a:xfrm>
            <a:off x="5934651" y="1525304"/>
            <a:ext cx="1182272" cy="45113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비공개</a:t>
            </a:r>
            <a:endParaRPr lang="ko-KR" altLang="en-US" sz="1600"/>
          </a:p>
        </p:txBody>
      </p:sp>
      <p:cxnSp>
        <p:nvCxnSpPr>
          <p:cNvPr id="84" name="직선 화살표 연결선 36"/>
          <p:cNvCxnSpPr>
            <a:stCxn id="74" idx="0"/>
            <a:endCxn id="82" idx="2"/>
          </p:cNvCxnSpPr>
          <p:nvPr/>
        </p:nvCxnSpPr>
        <p:spPr>
          <a:xfrm rot="10800000">
            <a:off x="4910273" y="1976442"/>
            <a:ext cx="831103" cy="3426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36"/>
          <p:cNvCxnSpPr>
            <a:stCxn id="74" idx="0"/>
            <a:endCxn id="83" idx="2"/>
          </p:cNvCxnSpPr>
          <p:nvPr/>
        </p:nvCxnSpPr>
        <p:spPr>
          <a:xfrm flipV="1">
            <a:off x="5741375" y="1976442"/>
            <a:ext cx="784412" cy="3426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프로젝트 멤버 관리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리더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22" name="사각형: 둥근 모서리 21"/>
          <p:cNvSpPr/>
          <p:nvPr/>
        </p:nvSpPr>
        <p:spPr>
          <a:xfrm>
            <a:off x="708600" y="3396172"/>
            <a:ext cx="1526876" cy="6752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멤버 관리</a:t>
            </a:r>
            <a:endParaRPr lang="ko-KR" altLang="en-US" sz="1600"/>
          </a:p>
        </p:txBody>
      </p:sp>
      <p:sp>
        <p:nvSpPr>
          <p:cNvPr id="63" name="사각형: 둥근 모서리 21"/>
          <p:cNvSpPr/>
          <p:nvPr/>
        </p:nvSpPr>
        <p:spPr>
          <a:xfrm>
            <a:off x="4270951" y="3429000"/>
            <a:ext cx="1269701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권한부여</a:t>
            </a:r>
            <a:endParaRPr lang="ko-KR" altLang="en-US" sz="1600"/>
          </a:p>
        </p:txBody>
      </p:sp>
      <p:cxnSp>
        <p:nvCxnSpPr>
          <p:cNvPr id="92" name="직선 화살표 연결선 36"/>
          <p:cNvCxnSpPr>
            <a:stCxn id="22" idx="3"/>
            <a:endCxn id="63" idx="1"/>
          </p:cNvCxnSpPr>
          <p:nvPr/>
        </p:nvCxnSpPr>
        <p:spPr>
          <a:xfrm flipV="1">
            <a:off x="2235477" y="3709760"/>
            <a:ext cx="2035474" cy="240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사각형: 둥근 모서리 21"/>
          <p:cNvSpPr/>
          <p:nvPr/>
        </p:nvSpPr>
        <p:spPr>
          <a:xfrm>
            <a:off x="5007274" y="1553311"/>
            <a:ext cx="839858" cy="37142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검색</a:t>
            </a:r>
            <a:endParaRPr lang="ko-KR" altLang="en-US" sz="1600"/>
          </a:p>
        </p:txBody>
      </p:sp>
      <p:cxnSp>
        <p:nvCxnSpPr>
          <p:cNvPr id="94" name="직선 화살표 연결선 36"/>
          <p:cNvCxnSpPr>
            <a:stCxn id="98" idx="0"/>
            <a:endCxn id="93" idx="2"/>
          </p:cNvCxnSpPr>
          <p:nvPr/>
        </p:nvCxnSpPr>
        <p:spPr>
          <a:xfrm rot="5400000" flipH="1" flipV="1">
            <a:off x="5237915" y="2068872"/>
            <a:ext cx="333425" cy="451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사각형: 둥근 모서리 21"/>
          <p:cNvSpPr/>
          <p:nvPr/>
        </p:nvSpPr>
        <p:spPr>
          <a:xfrm>
            <a:off x="2708851" y="2258161"/>
            <a:ext cx="1622126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초대</a:t>
            </a:r>
            <a:endParaRPr lang="ko-KR" altLang="en-US" sz="1600"/>
          </a:p>
        </p:txBody>
      </p:sp>
      <p:cxnSp>
        <p:nvCxnSpPr>
          <p:cNvPr id="96" name="직선 화살표 연결선 36"/>
          <p:cNvCxnSpPr>
            <a:stCxn id="22" idx="3"/>
            <a:endCxn id="95" idx="1"/>
          </p:cNvCxnSpPr>
          <p:nvPr/>
        </p:nvCxnSpPr>
        <p:spPr>
          <a:xfrm rot="5400000" flipH="1" flipV="1">
            <a:off x="1874725" y="2899674"/>
            <a:ext cx="1194878" cy="4733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36"/>
          <p:cNvCxnSpPr>
            <a:stCxn id="95" idx="3"/>
            <a:endCxn id="98" idx="1"/>
          </p:cNvCxnSpPr>
          <p:nvPr/>
        </p:nvCxnSpPr>
        <p:spPr>
          <a:xfrm>
            <a:off x="4330977" y="2538922"/>
            <a:ext cx="4162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21"/>
          <p:cNvSpPr/>
          <p:nvPr/>
        </p:nvSpPr>
        <p:spPr>
          <a:xfrm>
            <a:off x="4747201" y="2258161"/>
            <a:ext cx="1269701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이메일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입력</a:t>
            </a:r>
            <a:endParaRPr lang="ko-KR" altLang="en-US" sz="1600"/>
          </a:p>
        </p:txBody>
      </p:sp>
      <p:cxnSp>
        <p:nvCxnSpPr>
          <p:cNvPr id="100" name="직선 화살표 연결선 36"/>
          <p:cNvCxnSpPr>
            <a:stCxn id="63" idx="3"/>
            <a:endCxn id="101" idx="1"/>
          </p:cNvCxnSpPr>
          <p:nvPr/>
        </p:nvCxnSpPr>
        <p:spPr>
          <a:xfrm flipV="1">
            <a:off x="5540652" y="3371113"/>
            <a:ext cx="1806874" cy="3386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사각형: 둥근 모서리 21"/>
          <p:cNvSpPr/>
          <p:nvPr/>
        </p:nvSpPr>
        <p:spPr>
          <a:xfrm>
            <a:off x="7347526" y="3090353"/>
            <a:ext cx="1269701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팀원</a:t>
            </a:r>
            <a:endParaRPr lang="ko-KR" altLang="en-US" sz="1600"/>
          </a:p>
        </p:txBody>
      </p:sp>
      <p:cxnSp>
        <p:nvCxnSpPr>
          <p:cNvPr id="104" name="직선 화살표 연결선 36"/>
          <p:cNvCxnSpPr>
            <a:stCxn id="63" idx="3"/>
            <a:endCxn id="105" idx="1"/>
          </p:cNvCxnSpPr>
          <p:nvPr/>
        </p:nvCxnSpPr>
        <p:spPr>
          <a:xfrm>
            <a:off x="5540652" y="3709760"/>
            <a:ext cx="1797349" cy="4614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사각형: 둥근 모서리 21"/>
          <p:cNvSpPr/>
          <p:nvPr/>
        </p:nvSpPr>
        <p:spPr>
          <a:xfrm>
            <a:off x="7338001" y="3890453"/>
            <a:ext cx="1269701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리더</a:t>
            </a:r>
            <a:endParaRPr lang="ko-KR" altLang="en-US" sz="1600"/>
          </a:p>
        </p:txBody>
      </p:sp>
      <p:sp>
        <p:nvSpPr>
          <p:cNvPr id="106" name="사각형: 둥근 모서리 21"/>
          <p:cNvSpPr/>
          <p:nvPr/>
        </p:nvSpPr>
        <p:spPr>
          <a:xfrm>
            <a:off x="2680276" y="4244351"/>
            <a:ext cx="1269701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참여자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가입 요청</a:t>
            </a:r>
            <a:endParaRPr lang="ko-KR" altLang="en-US" sz="1600"/>
          </a:p>
        </p:txBody>
      </p:sp>
      <p:cxnSp>
        <p:nvCxnSpPr>
          <p:cNvPr id="107" name="직선 화살표 연결선 36"/>
          <p:cNvCxnSpPr>
            <a:stCxn id="22" idx="3"/>
            <a:endCxn id="106" idx="1"/>
          </p:cNvCxnSpPr>
          <p:nvPr/>
        </p:nvCxnSpPr>
        <p:spPr>
          <a:xfrm rot="16200000" flipH="1">
            <a:off x="2062220" y="3907056"/>
            <a:ext cx="791311" cy="44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36"/>
          <p:cNvCxnSpPr/>
          <p:nvPr/>
        </p:nvCxnSpPr>
        <p:spPr>
          <a:xfrm>
            <a:off x="3949977" y="4747984"/>
            <a:ext cx="87632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사각형: 둥근 모서리 21"/>
          <p:cNvSpPr/>
          <p:nvPr/>
        </p:nvSpPr>
        <p:spPr>
          <a:xfrm>
            <a:off x="4826299" y="4244351"/>
            <a:ext cx="1269701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승인</a:t>
            </a:r>
            <a:r>
              <a:rPr lang="en-US" altLang="ko-KR" sz="1600"/>
              <a:t>/</a:t>
            </a:r>
            <a:r>
              <a:rPr lang="ko-KR" altLang="en-US" sz="1600"/>
              <a:t>반려</a:t>
            </a:r>
            <a:endParaRPr lang="ko-KR" altLang="en-US" sz="1600"/>
          </a:p>
        </p:txBody>
      </p:sp>
      <p:sp>
        <p:nvSpPr>
          <p:cNvPr id="111" name="사각형: 둥근 모서리 21"/>
          <p:cNvSpPr/>
          <p:nvPr/>
        </p:nvSpPr>
        <p:spPr>
          <a:xfrm>
            <a:off x="2680276" y="5182336"/>
            <a:ext cx="1269701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하차 요청</a:t>
            </a:r>
            <a:endParaRPr lang="ko-KR" altLang="en-US" sz="1600"/>
          </a:p>
        </p:txBody>
      </p:sp>
      <p:cxnSp>
        <p:nvCxnSpPr>
          <p:cNvPr id="112" name="직선 화살표 연결선 36"/>
          <p:cNvCxnSpPr/>
          <p:nvPr/>
        </p:nvCxnSpPr>
        <p:spPr>
          <a:xfrm>
            <a:off x="3949977" y="5463096"/>
            <a:ext cx="87632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21"/>
          <p:cNvSpPr/>
          <p:nvPr/>
        </p:nvSpPr>
        <p:spPr>
          <a:xfrm>
            <a:off x="4826299" y="5182336"/>
            <a:ext cx="1269701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승인</a:t>
            </a:r>
            <a:r>
              <a:rPr lang="en-US" altLang="ko-KR" sz="1600"/>
              <a:t>/</a:t>
            </a:r>
            <a:r>
              <a:rPr lang="ko-KR" altLang="en-US" sz="1600"/>
              <a:t>반려</a:t>
            </a:r>
            <a:endParaRPr lang="ko-KR" altLang="en-US" sz="1600"/>
          </a:p>
        </p:txBody>
      </p:sp>
      <p:sp>
        <p:nvSpPr>
          <p:cNvPr id="114" name="사각형: 둥근 모서리 21"/>
          <p:cNvSpPr/>
          <p:nvPr/>
        </p:nvSpPr>
        <p:spPr>
          <a:xfrm>
            <a:off x="2680276" y="5991961"/>
            <a:ext cx="1269701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팀원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역할변경</a:t>
            </a:r>
            <a:endParaRPr lang="ko-KR" altLang="en-US" sz="1600"/>
          </a:p>
        </p:txBody>
      </p:sp>
      <p:cxnSp>
        <p:nvCxnSpPr>
          <p:cNvPr id="117" name="직선 화살표 연결선 36"/>
          <p:cNvCxnSpPr>
            <a:stCxn id="22" idx="3"/>
            <a:endCxn id="111" idx="1"/>
          </p:cNvCxnSpPr>
          <p:nvPr/>
        </p:nvCxnSpPr>
        <p:spPr>
          <a:xfrm rot="16200000" flipH="1">
            <a:off x="1593228" y="4376049"/>
            <a:ext cx="1729296" cy="44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36"/>
          <p:cNvCxnSpPr>
            <a:stCxn id="22" idx="3"/>
            <a:endCxn id="114" idx="1"/>
          </p:cNvCxnSpPr>
          <p:nvPr/>
        </p:nvCxnSpPr>
        <p:spPr>
          <a:xfrm rot="16200000" flipH="1">
            <a:off x="1188415" y="4780861"/>
            <a:ext cx="2538921" cy="44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사각형: 둥근 모서리 21"/>
          <p:cNvSpPr/>
          <p:nvPr/>
        </p:nvSpPr>
        <p:spPr>
          <a:xfrm>
            <a:off x="841951" y="4520576"/>
            <a:ext cx="1269701" cy="56152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팀원 추방</a:t>
            </a:r>
            <a:endParaRPr lang="ko-KR" altLang="en-US" sz="1600"/>
          </a:p>
        </p:txBody>
      </p:sp>
      <p:cxnSp>
        <p:nvCxnSpPr>
          <p:cNvPr id="120" name="직선 화살표 연결선 36"/>
          <p:cNvCxnSpPr>
            <a:stCxn id="22" idx="2"/>
            <a:endCxn id="119" idx="0"/>
          </p:cNvCxnSpPr>
          <p:nvPr/>
        </p:nvCxnSpPr>
        <p:spPr>
          <a:xfrm rot="16200000" flipH="1">
            <a:off x="1249848" y="4293622"/>
            <a:ext cx="449144" cy="47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PD-B01-087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문서함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2" name="사각형: 둥근 모서리 7"/>
          <p:cNvSpPr/>
          <p:nvPr/>
        </p:nvSpPr>
        <p:spPr>
          <a:xfrm>
            <a:off x="481455" y="3800475"/>
            <a:ext cx="1440725" cy="6371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문서함 조회</a:t>
            </a:r>
            <a:endParaRPr lang="ko-KR" altLang="en-US" sz="1600"/>
          </a:p>
          <a:p>
            <a:pPr algn="ctr">
              <a:defRPr/>
            </a:pPr>
            <a:r>
              <a:rPr lang="en-US" altLang="ko-KR" sz="1600"/>
              <a:t>(</a:t>
            </a:r>
            <a:r>
              <a:rPr lang="ko-KR" altLang="en-US" sz="1600"/>
              <a:t>리스트</a:t>
            </a:r>
            <a:r>
              <a:rPr lang="en-US" altLang="ko-KR" sz="1600"/>
              <a:t>)</a:t>
            </a:r>
            <a:endParaRPr lang="en-US" altLang="ko-KR" sz="1600"/>
          </a:p>
        </p:txBody>
      </p:sp>
      <p:cxnSp>
        <p:nvCxnSpPr>
          <p:cNvPr id="17" name="직선 화살표 연결선 10"/>
          <p:cNvCxnSpPr>
            <a:stCxn id="12" idx="3"/>
            <a:endCxn id="20" idx="1"/>
          </p:cNvCxnSpPr>
          <p:nvPr/>
        </p:nvCxnSpPr>
        <p:spPr>
          <a:xfrm rot="5400000" flipH="1" flipV="1">
            <a:off x="1766174" y="2917747"/>
            <a:ext cx="1357312" cy="10452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7"/>
          <p:cNvSpPr/>
          <p:nvPr/>
        </p:nvSpPr>
        <p:spPr>
          <a:xfrm>
            <a:off x="2967480" y="2486025"/>
            <a:ext cx="1246885" cy="55143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문서 등록</a:t>
            </a:r>
            <a:endParaRPr lang="ko-KR" altLang="en-US" sz="1600"/>
          </a:p>
        </p:txBody>
      </p:sp>
      <p:sp>
        <p:nvSpPr>
          <p:cNvPr id="21" name="사각형: 둥근 모서리 7"/>
          <p:cNvSpPr/>
          <p:nvPr/>
        </p:nvSpPr>
        <p:spPr>
          <a:xfrm>
            <a:off x="4712424" y="4162425"/>
            <a:ext cx="1246885" cy="55143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문서 수정</a:t>
            </a:r>
            <a:endParaRPr lang="ko-KR" altLang="en-US" sz="1600"/>
          </a:p>
        </p:txBody>
      </p:sp>
      <p:sp>
        <p:nvSpPr>
          <p:cNvPr id="22" name="사각형: 둥근 모서리 7"/>
          <p:cNvSpPr/>
          <p:nvPr/>
        </p:nvSpPr>
        <p:spPr>
          <a:xfrm>
            <a:off x="2967480" y="4791076"/>
            <a:ext cx="1246885" cy="55143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공용 문서</a:t>
            </a:r>
            <a:endParaRPr lang="ko-KR" altLang="en-US" sz="1600"/>
          </a:p>
        </p:txBody>
      </p:sp>
      <p:sp>
        <p:nvSpPr>
          <p:cNvPr id="23" name="사각형: 둥근 모서리 7"/>
          <p:cNvSpPr/>
          <p:nvPr/>
        </p:nvSpPr>
        <p:spPr>
          <a:xfrm>
            <a:off x="5120131" y="2486025"/>
            <a:ext cx="1246885" cy="55143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등록 파일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선택</a:t>
            </a:r>
            <a:endParaRPr lang="ko-KR" altLang="en-US" sz="1600"/>
          </a:p>
        </p:txBody>
      </p:sp>
      <p:sp>
        <p:nvSpPr>
          <p:cNvPr id="24" name="사각형: 둥근 모서리 7"/>
          <p:cNvSpPr/>
          <p:nvPr/>
        </p:nvSpPr>
        <p:spPr>
          <a:xfrm>
            <a:off x="9139681" y="2486025"/>
            <a:ext cx="1246885" cy="55143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업로드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완료</a:t>
            </a:r>
            <a:endParaRPr lang="ko-KR" altLang="en-US" sz="1600"/>
          </a:p>
        </p:txBody>
      </p:sp>
      <p:sp>
        <p:nvSpPr>
          <p:cNvPr id="25" name="사각형: 둥근 모서리 7"/>
          <p:cNvSpPr/>
          <p:nvPr/>
        </p:nvSpPr>
        <p:spPr>
          <a:xfrm>
            <a:off x="7168005" y="2486025"/>
            <a:ext cx="1246885" cy="55143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등록</a:t>
            </a:r>
            <a:endParaRPr lang="ko-KR" altLang="en-US" sz="1600"/>
          </a:p>
        </p:txBody>
      </p:sp>
      <p:cxnSp>
        <p:nvCxnSpPr>
          <p:cNvPr id="26" name="직선 화살표 연결선 10"/>
          <p:cNvCxnSpPr>
            <a:stCxn id="23" idx="3"/>
            <a:endCxn id="25" idx="1"/>
          </p:cNvCxnSpPr>
          <p:nvPr/>
        </p:nvCxnSpPr>
        <p:spPr>
          <a:xfrm>
            <a:off x="6367016" y="2761740"/>
            <a:ext cx="80098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10"/>
          <p:cNvCxnSpPr>
            <a:stCxn id="25" idx="3"/>
            <a:endCxn id="24" idx="1"/>
          </p:cNvCxnSpPr>
          <p:nvPr/>
        </p:nvCxnSpPr>
        <p:spPr>
          <a:xfrm>
            <a:off x="8414891" y="2761740"/>
            <a:ext cx="7247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10"/>
          <p:cNvCxnSpPr>
            <a:stCxn id="20" idx="3"/>
            <a:endCxn id="23" idx="1"/>
          </p:cNvCxnSpPr>
          <p:nvPr/>
        </p:nvCxnSpPr>
        <p:spPr>
          <a:xfrm>
            <a:off x="4214366" y="2761740"/>
            <a:ext cx="90576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7"/>
          <p:cNvSpPr/>
          <p:nvPr/>
        </p:nvSpPr>
        <p:spPr>
          <a:xfrm>
            <a:off x="6674575" y="4143375"/>
            <a:ext cx="1246885" cy="55143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수정 파일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선택</a:t>
            </a:r>
            <a:endParaRPr lang="ko-KR" altLang="en-US" sz="1600"/>
          </a:p>
        </p:txBody>
      </p:sp>
      <p:cxnSp>
        <p:nvCxnSpPr>
          <p:cNvPr id="31" name="직선 화살표 연결선 10"/>
          <p:cNvCxnSpPr/>
          <p:nvPr/>
        </p:nvCxnSpPr>
        <p:spPr>
          <a:xfrm>
            <a:off x="5962650" y="4461953"/>
            <a:ext cx="71192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7"/>
          <p:cNvSpPr/>
          <p:nvPr/>
        </p:nvSpPr>
        <p:spPr>
          <a:xfrm>
            <a:off x="10646501" y="4133850"/>
            <a:ext cx="1246885" cy="55143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수정 완료</a:t>
            </a:r>
            <a:endParaRPr lang="ko-KR" altLang="en-US" sz="1600"/>
          </a:p>
        </p:txBody>
      </p:sp>
      <p:sp>
        <p:nvSpPr>
          <p:cNvPr id="33" name="사각형: 둥근 모서리 7"/>
          <p:cNvSpPr/>
          <p:nvPr/>
        </p:nvSpPr>
        <p:spPr>
          <a:xfrm>
            <a:off x="8722450" y="4133850"/>
            <a:ext cx="1246885" cy="55143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수정</a:t>
            </a:r>
            <a:endParaRPr lang="ko-KR" altLang="en-US" sz="1600"/>
          </a:p>
        </p:txBody>
      </p:sp>
      <p:cxnSp>
        <p:nvCxnSpPr>
          <p:cNvPr id="34" name="직선 화살표 연결선 10"/>
          <p:cNvCxnSpPr>
            <a:stCxn id="30" idx="3"/>
            <a:endCxn id="33" idx="1"/>
          </p:cNvCxnSpPr>
          <p:nvPr/>
        </p:nvCxnSpPr>
        <p:spPr>
          <a:xfrm flipV="1">
            <a:off x="7921460" y="4409565"/>
            <a:ext cx="800990" cy="95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10"/>
          <p:cNvCxnSpPr>
            <a:stCxn id="33" idx="3"/>
            <a:endCxn id="32" idx="1"/>
          </p:cNvCxnSpPr>
          <p:nvPr/>
        </p:nvCxnSpPr>
        <p:spPr>
          <a:xfrm>
            <a:off x="9969335" y="4409565"/>
            <a:ext cx="6771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10"/>
          <p:cNvCxnSpPr>
            <a:stCxn id="12" idx="3"/>
            <a:endCxn id="22" idx="1"/>
          </p:cNvCxnSpPr>
          <p:nvPr/>
        </p:nvCxnSpPr>
        <p:spPr>
          <a:xfrm>
            <a:off x="1922180" y="4119053"/>
            <a:ext cx="1045299" cy="9477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7"/>
          <p:cNvSpPr/>
          <p:nvPr/>
        </p:nvSpPr>
        <p:spPr>
          <a:xfrm>
            <a:off x="4706240" y="5514976"/>
            <a:ext cx="1246885" cy="55143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문서 삭제</a:t>
            </a:r>
            <a:endParaRPr lang="ko-KR" altLang="en-US" sz="1600"/>
          </a:p>
        </p:txBody>
      </p:sp>
      <p:cxnSp>
        <p:nvCxnSpPr>
          <p:cNvPr id="40" name="직선 화살표 연결선 10"/>
          <p:cNvCxnSpPr>
            <a:stCxn id="22" idx="3"/>
            <a:endCxn id="39" idx="1"/>
          </p:cNvCxnSpPr>
          <p:nvPr/>
        </p:nvCxnSpPr>
        <p:spPr>
          <a:xfrm rot="16200000" flipH="1">
            <a:off x="4098353" y="5182804"/>
            <a:ext cx="723900" cy="4918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10"/>
          <p:cNvCxnSpPr>
            <a:stCxn id="22" idx="3"/>
            <a:endCxn id="21" idx="1"/>
          </p:cNvCxnSpPr>
          <p:nvPr/>
        </p:nvCxnSpPr>
        <p:spPr>
          <a:xfrm rot="5400000" flipH="1" flipV="1">
            <a:off x="4149069" y="4503437"/>
            <a:ext cx="628651" cy="4980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8814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30830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마이페이지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6" name="사각형: 둥근 모서리 15"/>
          <p:cNvSpPr/>
          <p:nvPr/>
        </p:nvSpPr>
        <p:spPr>
          <a:xfrm>
            <a:off x="3504491" y="5108285"/>
            <a:ext cx="1370102" cy="57275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북마크</a:t>
            </a:r>
            <a:endParaRPr lang="ko-KR" altLang="en-US" sz="1500"/>
          </a:p>
        </p:txBody>
      </p:sp>
      <p:sp>
        <p:nvSpPr>
          <p:cNvPr id="17" name="사각형: 둥근 모서리 16"/>
          <p:cNvSpPr/>
          <p:nvPr/>
        </p:nvSpPr>
        <p:spPr>
          <a:xfrm>
            <a:off x="3504491" y="2531572"/>
            <a:ext cx="1370102" cy="57275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포트폴리오</a:t>
            </a:r>
            <a:endParaRPr lang="ko-KR" altLang="en-US" sz="1500"/>
          </a:p>
        </p:txBody>
      </p:sp>
      <p:cxnSp>
        <p:nvCxnSpPr>
          <p:cNvPr id="31" name="직선 화살표 연결선 30"/>
          <p:cNvCxnSpPr>
            <a:stCxn id="53" idx="3"/>
            <a:endCxn id="107" idx="1"/>
          </p:cNvCxnSpPr>
          <p:nvPr/>
        </p:nvCxnSpPr>
        <p:spPr>
          <a:xfrm>
            <a:off x="4874593" y="1922447"/>
            <a:ext cx="8587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/>
          <p:cNvSpPr/>
          <p:nvPr/>
        </p:nvSpPr>
        <p:spPr>
          <a:xfrm>
            <a:off x="849182" y="3286125"/>
            <a:ext cx="1421296" cy="62856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마이페이지</a:t>
            </a:r>
            <a:endParaRPr lang="en-US" altLang="ko-KR" sz="1600"/>
          </a:p>
        </p:txBody>
      </p:sp>
      <p:sp>
        <p:nvSpPr>
          <p:cNvPr id="46" name="사각형: 둥근 모서리 45"/>
          <p:cNvSpPr/>
          <p:nvPr/>
        </p:nvSpPr>
        <p:spPr>
          <a:xfrm>
            <a:off x="3504491" y="4112452"/>
            <a:ext cx="1370102" cy="57275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프로젝트 정보 조회</a:t>
            </a:r>
            <a:endParaRPr lang="ko-KR" altLang="en-US" sz="1500"/>
          </a:p>
        </p:txBody>
      </p:sp>
      <p:sp>
        <p:nvSpPr>
          <p:cNvPr id="53" name="사각형: 둥근 모서리 52"/>
          <p:cNvSpPr/>
          <p:nvPr/>
        </p:nvSpPr>
        <p:spPr>
          <a:xfrm>
            <a:off x="3504491" y="1636068"/>
            <a:ext cx="1370102" cy="57275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개인정보 조회 </a:t>
            </a:r>
            <a:endParaRPr lang="ko-KR" altLang="en-US" sz="1500"/>
          </a:p>
          <a:p>
            <a:pPr algn="ctr">
              <a:defRPr/>
            </a:pPr>
            <a:r>
              <a:rPr lang="en-US" altLang="ko-KR" sz="1500"/>
              <a:t>/</a:t>
            </a:r>
            <a:r>
              <a:rPr lang="ko-KR" altLang="en-US" sz="1500"/>
              <a:t> 수정</a:t>
            </a:r>
            <a:endParaRPr lang="ko-KR" altLang="en-US" sz="1500"/>
          </a:p>
        </p:txBody>
      </p:sp>
      <p:cxnSp>
        <p:nvCxnSpPr>
          <p:cNvPr id="67" name="직선 화살표 연결선 66"/>
          <p:cNvCxnSpPr>
            <a:stCxn id="18" idx="3"/>
            <a:endCxn id="53" idx="1"/>
          </p:cNvCxnSpPr>
          <p:nvPr/>
        </p:nvCxnSpPr>
        <p:spPr>
          <a:xfrm rot="5400000" flipH="1" flipV="1">
            <a:off x="2048505" y="2144420"/>
            <a:ext cx="1677959" cy="12340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>
            <a:stCxn id="18" idx="3"/>
            <a:endCxn id="17" idx="1"/>
          </p:cNvCxnSpPr>
          <p:nvPr/>
        </p:nvCxnSpPr>
        <p:spPr>
          <a:xfrm flipV="1">
            <a:off x="2270478" y="2817951"/>
            <a:ext cx="1234013" cy="7824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18" idx="3"/>
            <a:endCxn id="46" idx="1"/>
          </p:cNvCxnSpPr>
          <p:nvPr/>
        </p:nvCxnSpPr>
        <p:spPr>
          <a:xfrm>
            <a:off x="2270478" y="3600406"/>
            <a:ext cx="1234013" cy="7984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18" idx="3"/>
            <a:endCxn id="16" idx="1"/>
          </p:cNvCxnSpPr>
          <p:nvPr/>
        </p:nvCxnSpPr>
        <p:spPr>
          <a:xfrm rot="16200000" flipH="1">
            <a:off x="1990355" y="3880529"/>
            <a:ext cx="1794258" cy="12340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사각형: 둥근 모서리 52"/>
          <p:cNvSpPr/>
          <p:nvPr/>
        </p:nvSpPr>
        <p:spPr>
          <a:xfrm>
            <a:off x="5733342" y="1636068"/>
            <a:ext cx="1370102" cy="57275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이름 </a:t>
            </a:r>
            <a:r>
              <a:rPr lang="en-US" altLang="ko-KR" sz="1500"/>
              <a:t>,</a:t>
            </a:r>
            <a:r>
              <a:rPr lang="ko-KR" altLang="en-US" sz="1500"/>
              <a:t> 아이디 수정 불가</a:t>
            </a:r>
            <a:endParaRPr lang="ko-KR" altLang="en-US" sz="1500"/>
          </a:p>
        </p:txBody>
      </p:sp>
      <p:sp>
        <p:nvSpPr>
          <p:cNvPr id="108" name="사각형: 둥근 모서리 16"/>
          <p:cNvSpPr/>
          <p:nvPr/>
        </p:nvSpPr>
        <p:spPr>
          <a:xfrm>
            <a:off x="5742867" y="2483947"/>
            <a:ext cx="1916902" cy="659552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완료된 프로젝트 자동으로 이력 추가</a:t>
            </a:r>
            <a:endParaRPr lang="ko-KR" altLang="en-US" sz="1500"/>
          </a:p>
        </p:txBody>
      </p:sp>
      <p:cxnSp>
        <p:nvCxnSpPr>
          <p:cNvPr id="109" name="직선 화살표 연결선 30"/>
          <p:cNvCxnSpPr>
            <a:stCxn id="17" idx="3"/>
            <a:endCxn id="108" idx="1"/>
          </p:cNvCxnSpPr>
          <p:nvPr/>
        </p:nvCxnSpPr>
        <p:spPr>
          <a:xfrm flipV="1">
            <a:off x="4874593" y="2813723"/>
            <a:ext cx="868273" cy="4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사각형: 둥근 모서리 45"/>
          <p:cNvSpPr/>
          <p:nvPr/>
        </p:nvSpPr>
        <p:spPr>
          <a:xfrm>
            <a:off x="5780967" y="4112452"/>
            <a:ext cx="1370102" cy="57275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진행중인 프로젝트 조회</a:t>
            </a:r>
            <a:endParaRPr lang="ko-KR" altLang="en-US" sz="1500"/>
          </a:p>
        </p:txBody>
      </p:sp>
      <p:cxnSp>
        <p:nvCxnSpPr>
          <p:cNvPr id="112" name="직선 화살표 연결선 30"/>
          <p:cNvCxnSpPr>
            <a:stCxn id="46" idx="3"/>
          </p:cNvCxnSpPr>
          <p:nvPr/>
        </p:nvCxnSpPr>
        <p:spPr>
          <a:xfrm flipV="1">
            <a:off x="4874593" y="4398158"/>
            <a:ext cx="906373" cy="6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사각형: 둥근 모서리 15"/>
          <p:cNvSpPr/>
          <p:nvPr/>
        </p:nvSpPr>
        <p:spPr>
          <a:xfrm>
            <a:off x="5809542" y="5108285"/>
            <a:ext cx="1370102" cy="57275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조회 </a:t>
            </a:r>
            <a:r>
              <a:rPr lang="en-US" altLang="ko-KR" sz="1500"/>
              <a:t>/</a:t>
            </a:r>
            <a:r>
              <a:rPr lang="ko-KR" altLang="en-US" sz="1500"/>
              <a:t> 취소</a:t>
            </a:r>
            <a:endParaRPr lang="ko-KR" altLang="en-US" sz="1500"/>
          </a:p>
        </p:txBody>
      </p:sp>
      <p:cxnSp>
        <p:nvCxnSpPr>
          <p:cNvPr id="117" name="직선 화살표 연결선 30"/>
          <p:cNvCxnSpPr>
            <a:stCxn id="16" idx="3"/>
            <a:endCxn id="116" idx="1"/>
          </p:cNvCxnSpPr>
          <p:nvPr/>
        </p:nvCxnSpPr>
        <p:spPr>
          <a:xfrm>
            <a:off x="4874593" y="5394664"/>
            <a:ext cx="9349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사각형: 둥근 모서리 15"/>
          <p:cNvSpPr/>
          <p:nvPr/>
        </p:nvSpPr>
        <p:spPr>
          <a:xfrm>
            <a:off x="3504491" y="6032210"/>
            <a:ext cx="1370102" cy="57275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프로젝트 가입 현황</a:t>
            </a:r>
            <a:endParaRPr lang="ko-KR" altLang="en-US" sz="1500"/>
          </a:p>
        </p:txBody>
      </p:sp>
      <p:cxnSp>
        <p:nvCxnSpPr>
          <p:cNvPr id="119" name="직선 화살표 연결선 76"/>
          <p:cNvCxnSpPr>
            <a:stCxn id="18" idx="3"/>
            <a:endCxn id="118" idx="1"/>
          </p:cNvCxnSpPr>
          <p:nvPr/>
        </p:nvCxnSpPr>
        <p:spPr>
          <a:xfrm rot="16200000" flipH="1">
            <a:off x="1528393" y="4342491"/>
            <a:ext cx="2718183" cy="12340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사각형: 둥근 모서리 15"/>
          <p:cNvSpPr/>
          <p:nvPr/>
        </p:nvSpPr>
        <p:spPr>
          <a:xfrm>
            <a:off x="5819067" y="6032210"/>
            <a:ext cx="1370102" cy="572758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/>
              <a:t>가입 승인 </a:t>
            </a:r>
            <a:endParaRPr lang="ko-KR" altLang="en-US" sz="1500"/>
          </a:p>
          <a:p>
            <a:pPr algn="ctr">
              <a:defRPr/>
            </a:pPr>
            <a:r>
              <a:rPr lang="ko-KR" altLang="en-US" sz="1500"/>
              <a:t>여부 확인</a:t>
            </a:r>
            <a:endParaRPr lang="ko-KR" altLang="en-US" sz="1500"/>
          </a:p>
        </p:txBody>
      </p:sp>
      <p:cxnSp>
        <p:nvCxnSpPr>
          <p:cNvPr id="121" name="직선 화살표 연결선 30"/>
          <p:cNvCxnSpPr>
            <a:stCxn id="118" idx="3"/>
            <a:endCxn id="120" idx="1"/>
          </p:cNvCxnSpPr>
          <p:nvPr/>
        </p:nvCxnSpPr>
        <p:spPr>
          <a:xfrm>
            <a:off x="4874593" y="6318589"/>
            <a:ext cx="94447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사각형: 둥근 모서리 45"/>
          <p:cNvSpPr/>
          <p:nvPr/>
        </p:nvSpPr>
        <p:spPr>
          <a:xfrm>
            <a:off x="5801697" y="3254679"/>
            <a:ext cx="1370102" cy="348641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/>
              <a:t>PDF</a:t>
            </a:r>
            <a:r>
              <a:rPr lang="ko-KR" altLang="en-US" sz="1500"/>
              <a:t> 다운</a:t>
            </a:r>
            <a:endParaRPr lang="ko-KR" altLang="en-US" sz="1500"/>
          </a:p>
        </p:txBody>
      </p:sp>
      <p:cxnSp>
        <p:nvCxnSpPr>
          <p:cNvPr id="124" name="직선 화살표 연결선 30"/>
          <p:cNvCxnSpPr>
            <a:stCxn id="17" idx="3"/>
            <a:endCxn id="122" idx="1"/>
          </p:cNvCxnSpPr>
          <p:nvPr/>
        </p:nvCxnSpPr>
        <p:spPr>
          <a:xfrm>
            <a:off x="4874593" y="2817951"/>
            <a:ext cx="927103" cy="6110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1133837" y="3781947"/>
            <a:ext cx="1139196" cy="50380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고객센터</a:t>
            </a:r>
            <a:endParaRPr lang="ko-KR" altLang="en-US" sz="1600"/>
          </a:p>
        </p:txBody>
      </p:sp>
      <p:sp>
        <p:nvSpPr>
          <p:cNvPr id="8" name="사각형: 둥근 모서리 7"/>
          <p:cNvSpPr/>
          <p:nvPr/>
        </p:nvSpPr>
        <p:spPr>
          <a:xfrm>
            <a:off x="3152647" y="2401319"/>
            <a:ext cx="1139196" cy="50380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자주 묻는 질문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고객센터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cxnSp>
        <p:nvCxnSpPr>
          <p:cNvPr id="40" name="직선 화살표 연결선 39"/>
          <p:cNvCxnSpPr>
            <a:stCxn id="5" idx="3"/>
            <a:endCxn id="8" idx="1"/>
          </p:cNvCxnSpPr>
          <p:nvPr/>
        </p:nvCxnSpPr>
        <p:spPr>
          <a:xfrm rot="5400000" flipH="1" flipV="1">
            <a:off x="2022528" y="2903727"/>
            <a:ext cx="1380624" cy="8796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5" idx="3"/>
          </p:cNvCxnSpPr>
          <p:nvPr/>
        </p:nvCxnSpPr>
        <p:spPr>
          <a:xfrm>
            <a:off x="2273035" y="4033854"/>
            <a:ext cx="865451" cy="5857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/>
          <p:cNvSpPr/>
          <p:nvPr/>
        </p:nvSpPr>
        <p:spPr>
          <a:xfrm>
            <a:off x="3133597" y="4260956"/>
            <a:ext cx="1139196" cy="50380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/>
              <a:t>QnA</a:t>
            </a:r>
            <a:endParaRPr lang="ko-KR" altLang="en-US" sz="1600"/>
          </a:p>
        </p:txBody>
      </p:sp>
      <p:sp>
        <p:nvSpPr>
          <p:cNvPr id="9" name="사각형: 둥근 모서리 8"/>
          <p:cNvSpPr/>
          <p:nvPr/>
        </p:nvSpPr>
        <p:spPr>
          <a:xfrm>
            <a:off x="5215556" y="2814891"/>
            <a:ext cx="1139196" cy="50380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게시글</a:t>
            </a:r>
            <a:r>
              <a:rPr lang="en-US" altLang="ko-KR" sz="1600"/>
              <a:t> </a:t>
            </a:r>
            <a:endParaRPr lang="ko-KR" altLang="en-US" sz="1600"/>
          </a:p>
        </p:txBody>
      </p:sp>
      <p:cxnSp>
        <p:nvCxnSpPr>
          <p:cNvPr id="11" name="직선 화살표 연결선 10"/>
          <p:cNvCxnSpPr>
            <a:stCxn id="16" idx="3"/>
            <a:endCxn id="9" idx="1"/>
          </p:cNvCxnSpPr>
          <p:nvPr/>
        </p:nvCxnSpPr>
        <p:spPr>
          <a:xfrm rot="5400000" flipH="1" flipV="1">
            <a:off x="4021142" y="3318446"/>
            <a:ext cx="1446064" cy="9427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/>
          <p:cNvSpPr/>
          <p:nvPr/>
        </p:nvSpPr>
        <p:spPr>
          <a:xfrm>
            <a:off x="5219483" y="5141509"/>
            <a:ext cx="1139196" cy="50380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댓글</a:t>
            </a:r>
            <a:r>
              <a:rPr lang="en-US" altLang="ko-KR" sz="1600"/>
              <a:t> </a:t>
            </a:r>
            <a:endParaRPr lang="ko-KR" altLang="en-US" sz="1600"/>
          </a:p>
        </p:txBody>
      </p:sp>
      <p:cxnSp>
        <p:nvCxnSpPr>
          <p:cNvPr id="17" name="직선 화살표 연결선 16"/>
          <p:cNvCxnSpPr>
            <a:stCxn id="16" idx="3"/>
            <a:endCxn id="15" idx="1"/>
          </p:cNvCxnSpPr>
          <p:nvPr/>
        </p:nvCxnSpPr>
        <p:spPr>
          <a:xfrm>
            <a:off x="4272794" y="4512859"/>
            <a:ext cx="946689" cy="8805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8"/>
          <p:cNvSpPr/>
          <p:nvPr/>
        </p:nvSpPr>
        <p:spPr>
          <a:xfrm>
            <a:off x="8082581" y="2586291"/>
            <a:ext cx="739146" cy="371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수정</a:t>
            </a:r>
            <a:endParaRPr lang="ko-KR" altLang="en-US" sz="1600"/>
          </a:p>
        </p:txBody>
      </p:sp>
      <p:sp>
        <p:nvSpPr>
          <p:cNvPr id="46" name="사각형: 둥근 모서리 8"/>
          <p:cNvSpPr/>
          <p:nvPr/>
        </p:nvSpPr>
        <p:spPr>
          <a:xfrm>
            <a:off x="6806231" y="2071941"/>
            <a:ext cx="739146" cy="371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등록</a:t>
            </a:r>
            <a:endParaRPr lang="ko-KR" altLang="en-US" sz="1600"/>
          </a:p>
        </p:txBody>
      </p:sp>
      <p:sp>
        <p:nvSpPr>
          <p:cNvPr id="49" name="사각형: 둥근 모서리 8"/>
          <p:cNvSpPr/>
          <p:nvPr/>
        </p:nvSpPr>
        <p:spPr>
          <a:xfrm>
            <a:off x="6310930" y="1567116"/>
            <a:ext cx="739146" cy="371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조회</a:t>
            </a:r>
            <a:endParaRPr lang="ko-KR" altLang="en-US" sz="1600"/>
          </a:p>
        </p:txBody>
      </p:sp>
      <p:sp>
        <p:nvSpPr>
          <p:cNvPr id="50" name="사각형: 둥근 모서리 8"/>
          <p:cNvSpPr/>
          <p:nvPr/>
        </p:nvSpPr>
        <p:spPr>
          <a:xfrm>
            <a:off x="8082581" y="3348291"/>
            <a:ext cx="739146" cy="371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삭제</a:t>
            </a:r>
            <a:endParaRPr lang="ko-KR" altLang="en-US" sz="1600"/>
          </a:p>
        </p:txBody>
      </p:sp>
      <p:sp>
        <p:nvSpPr>
          <p:cNvPr id="51" name="사각형: 둥근 모서리 8"/>
          <p:cNvSpPr/>
          <p:nvPr/>
        </p:nvSpPr>
        <p:spPr>
          <a:xfrm>
            <a:off x="6843905" y="2873824"/>
            <a:ext cx="939597" cy="41553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본인</a:t>
            </a:r>
            <a:endParaRPr lang="ko-KR" altLang="en-US" sz="1400"/>
          </a:p>
          <a:p>
            <a:pPr algn="ctr">
              <a:defRPr/>
            </a:pPr>
            <a:r>
              <a:rPr lang="ko-KR" altLang="en-US" sz="1400"/>
              <a:t> 게시글</a:t>
            </a:r>
            <a:endParaRPr lang="ko-KR" altLang="en-US" sz="1400"/>
          </a:p>
        </p:txBody>
      </p:sp>
      <p:cxnSp>
        <p:nvCxnSpPr>
          <p:cNvPr id="52" name="직선 화살표 연결선 10"/>
          <p:cNvCxnSpPr>
            <a:stCxn id="51" idx="3"/>
            <a:endCxn id="45" idx="1"/>
          </p:cNvCxnSpPr>
          <p:nvPr/>
        </p:nvCxnSpPr>
        <p:spPr>
          <a:xfrm rot="5400000" flipH="1" flipV="1">
            <a:off x="7778261" y="2777270"/>
            <a:ext cx="309562" cy="2990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10"/>
          <p:cNvCxnSpPr>
            <a:stCxn id="51" idx="3"/>
            <a:endCxn id="50" idx="1"/>
          </p:cNvCxnSpPr>
          <p:nvPr/>
        </p:nvCxnSpPr>
        <p:spPr>
          <a:xfrm rot="16200000" flipH="1">
            <a:off x="7706823" y="3158270"/>
            <a:ext cx="452437" cy="2990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10"/>
          <p:cNvCxnSpPr>
            <a:stCxn id="9" idx="3"/>
            <a:endCxn id="51" idx="1"/>
          </p:cNvCxnSpPr>
          <p:nvPr/>
        </p:nvCxnSpPr>
        <p:spPr>
          <a:xfrm>
            <a:off x="6354752" y="3066794"/>
            <a:ext cx="489152" cy="14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10"/>
          <p:cNvCxnSpPr>
            <a:stCxn id="9" idx="3"/>
            <a:endCxn id="46" idx="1"/>
          </p:cNvCxnSpPr>
          <p:nvPr/>
        </p:nvCxnSpPr>
        <p:spPr>
          <a:xfrm rot="5400000" flipH="1" flipV="1">
            <a:off x="6175934" y="2436497"/>
            <a:ext cx="809115" cy="4514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10"/>
          <p:cNvCxnSpPr>
            <a:stCxn id="9" idx="3"/>
            <a:endCxn id="49" idx="1"/>
          </p:cNvCxnSpPr>
          <p:nvPr/>
        </p:nvCxnSpPr>
        <p:spPr>
          <a:xfrm rot="16200000" flipV="1">
            <a:off x="5675872" y="2387913"/>
            <a:ext cx="1313940" cy="438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8"/>
          <p:cNvSpPr/>
          <p:nvPr/>
        </p:nvSpPr>
        <p:spPr>
          <a:xfrm>
            <a:off x="8082581" y="4933950"/>
            <a:ext cx="739146" cy="371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수정</a:t>
            </a:r>
            <a:endParaRPr lang="ko-KR" altLang="en-US" sz="1600"/>
          </a:p>
        </p:txBody>
      </p:sp>
      <p:sp>
        <p:nvSpPr>
          <p:cNvPr id="58" name="사각형: 둥근 모서리 8"/>
          <p:cNvSpPr/>
          <p:nvPr/>
        </p:nvSpPr>
        <p:spPr>
          <a:xfrm>
            <a:off x="6057900" y="6324600"/>
            <a:ext cx="739146" cy="371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등록</a:t>
            </a:r>
            <a:endParaRPr lang="ko-KR" altLang="en-US" sz="1600"/>
          </a:p>
        </p:txBody>
      </p:sp>
      <p:sp>
        <p:nvSpPr>
          <p:cNvPr id="59" name="사각형: 둥근 모서리 8"/>
          <p:cNvSpPr/>
          <p:nvPr/>
        </p:nvSpPr>
        <p:spPr>
          <a:xfrm>
            <a:off x="6844331" y="5953125"/>
            <a:ext cx="739146" cy="371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조회</a:t>
            </a:r>
            <a:endParaRPr lang="ko-KR" altLang="en-US" sz="1600"/>
          </a:p>
        </p:txBody>
      </p:sp>
      <p:sp>
        <p:nvSpPr>
          <p:cNvPr id="60" name="사각형: 둥근 모서리 8"/>
          <p:cNvSpPr/>
          <p:nvPr/>
        </p:nvSpPr>
        <p:spPr>
          <a:xfrm>
            <a:off x="8082581" y="5695950"/>
            <a:ext cx="739146" cy="37147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삭제</a:t>
            </a:r>
            <a:endParaRPr lang="ko-KR" altLang="en-US" sz="1600"/>
          </a:p>
        </p:txBody>
      </p:sp>
      <p:sp>
        <p:nvSpPr>
          <p:cNvPr id="61" name="사각형: 둥근 모서리 8"/>
          <p:cNvSpPr/>
          <p:nvPr/>
        </p:nvSpPr>
        <p:spPr>
          <a:xfrm>
            <a:off x="6843905" y="5221483"/>
            <a:ext cx="939597" cy="415533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본인</a:t>
            </a:r>
            <a:endParaRPr lang="ko-KR" altLang="en-US" sz="1400"/>
          </a:p>
          <a:p>
            <a:pPr algn="ctr">
              <a:defRPr/>
            </a:pPr>
            <a:r>
              <a:rPr lang="ko-KR" altLang="en-US" sz="1400"/>
              <a:t> 댓글</a:t>
            </a:r>
            <a:endParaRPr lang="ko-KR" altLang="en-US" sz="1400"/>
          </a:p>
        </p:txBody>
      </p:sp>
      <p:cxnSp>
        <p:nvCxnSpPr>
          <p:cNvPr id="62" name="직선 화살표 연결선 10"/>
          <p:cNvCxnSpPr/>
          <p:nvPr/>
        </p:nvCxnSpPr>
        <p:spPr>
          <a:xfrm rot="5400000" flipH="1" flipV="1">
            <a:off x="7778261" y="5124929"/>
            <a:ext cx="309562" cy="2990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10"/>
          <p:cNvCxnSpPr/>
          <p:nvPr/>
        </p:nvCxnSpPr>
        <p:spPr>
          <a:xfrm rot="16200000" flipH="1">
            <a:off x="7706823" y="5505929"/>
            <a:ext cx="452437" cy="2990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10"/>
          <p:cNvCxnSpPr/>
          <p:nvPr/>
        </p:nvCxnSpPr>
        <p:spPr>
          <a:xfrm>
            <a:off x="6354752" y="5414453"/>
            <a:ext cx="489152" cy="14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10"/>
          <p:cNvCxnSpPr>
            <a:endCxn id="58" idx="0"/>
          </p:cNvCxnSpPr>
          <p:nvPr/>
        </p:nvCxnSpPr>
        <p:spPr>
          <a:xfrm rot="16200000" flipH="1">
            <a:off x="5936039" y="5833166"/>
            <a:ext cx="910148" cy="727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10"/>
          <p:cNvCxnSpPr/>
          <p:nvPr/>
        </p:nvCxnSpPr>
        <p:spPr>
          <a:xfrm rot="16200000" flipH="1">
            <a:off x="6237337" y="5531868"/>
            <a:ext cx="724409" cy="4895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3755321" y="3015172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글 작성 필터링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비속어 필터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cxnSp>
        <p:nvCxnSpPr>
          <p:cNvPr id="40" name="직선 화살표 연결선 39"/>
          <p:cNvCxnSpPr>
            <a:stCxn id="5" idx="3"/>
            <a:endCxn id="43" idx="1"/>
          </p:cNvCxnSpPr>
          <p:nvPr/>
        </p:nvCxnSpPr>
        <p:spPr>
          <a:xfrm>
            <a:off x="5626803" y="3429000"/>
            <a:ext cx="93839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"/>
          <p:cNvSpPr/>
          <p:nvPr/>
        </p:nvSpPr>
        <p:spPr>
          <a:xfrm>
            <a:off x="6565197" y="3015172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비속어 필터</a:t>
            </a:r>
            <a:endParaRPr lang="ko-KR" altLang="en-US" sz="1600"/>
          </a:p>
        </p:txBody>
      </p:sp>
      <p:sp>
        <p:nvSpPr>
          <p:cNvPr id="46" name="사각형: 둥근 모서리 4"/>
          <p:cNvSpPr/>
          <p:nvPr/>
        </p:nvSpPr>
        <p:spPr>
          <a:xfrm>
            <a:off x="6565197" y="4577272"/>
            <a:ext cx="1871480" cy="827656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위배되는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내용 </a:t>
            </a:r>
            <a:r>
              <a:rPr lang="en-US" altLang="ko-KR" sz="1600"/>
              <a:t>*</a:t>
            </a:r>
            <a:r>
              <a:rPr lang="ko-KR" altLang="en-US" sz="1600"/>
              <a:t> 처리</a:t>
            </a:r>
            <a:endParaRPr lang="ko-KR" altLang="en-US" sz="1600"/>
          </a:p>
        </p:txBody>
      </p:sp>
      <p:cxnSp>
        <p:nvCxnSpPr>
          <p:cNvPr id="47" name="직선 화살표 연결선 39"/>
          <p:cNvCxnSpPr>
            <a:stCxn id="43" idx="2"/>
            <a:endCxn id="46" idx="0"/>
          </p:cNvCxnSpPr>
          <p:nvPr/>
        </p:nvCxnSpPr>
        <p:spPr>
          <a:xfrm rot="5400000">
            <a:off x="7133716" y="4210049"/>
            <a:ext cx="734443" cy="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807676" y="4651841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시스템 관리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시스템 관리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cxnSp>
        <p:nvCxnSpPr>
          <p:cNvPr id="40" name="직선 화살표 연결선 39"/>
          <p:cNvCxnSpPr>
            <a:stCxn id="5" idx="3"/>
            <a:endCxn id="50" idx="1"/>
          </p:cNvCxnSpPr>
          <p:nvPr/>
        </p:nvCxnSpPr>
        <p:spPr>
          <a:xfrm>
            <a:off x="2227289" y="4944688"/>
            <a:ext cx="71398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"/>
          <p:cNvSpPr/>
          <p:nvPr/>
        </p:nvSpPr>
        <p:spPr>
          <a:xfrm>
            <a:off x="2922226" y="3261191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관리</a:t>
            </a:r>
            <a:endParaRPr lang="ko-KR" altLang="en-US" sz="1600"/>
          </a:p>
        </p:txBody>
      </p:sp>
      <p:sp>
        <p:nvSpPr>
          <p:cNvPr id="50" name="사각형: 둥근 모서리 4"/>
          <p:cNvSpPr/>
          <p:nvPr/>
        </p:nvSpPr>
        <p:spPr>
          <a:xfrm>
            <a:off x="2941276" y="4651841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게시판 관리</a:t>
            </a:r>
            <a:endParaRPr lang="ko-KR" altLang="en-US" sz="1600"/>
          </a:p>
        </p:txBody>
      </p:sp>
      <p:cxnSp>
        <p:nvCxnSpPr>
          <p:cNvPr id="52" name="직선 화살표 연결선 39"/>
          <p:cNvCxnSpPr>
            <a:stCxn id="5" idx="3"/>
            <a:endCxn id="48" idx="1"/>
          </p:cNvCxnSpPr>
          <p:nvPr/>
        </p:nvCxnSpPr>
        <p:spPr>
          <a:xfrm rot="5400000" flipH="1" flipV="1">
            <a:off x="1879433" y="3901895"/>
            <a:ext cx="1390650" cy="6949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4"/>
          <p:cNvSpPr/>
          <p:nvPr/>
        </p:nvSpPr>
        <p:spPr>
          <a:xfrm>
            <a:off x="5227276" y="2556341"/>
            <a:ext cx="2019688" cy="74762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규정에 맞지 않는 프로젝트 삭제</a:t>
            </a:r>
            <a:endParaRPr lang="ko-KR" altLang="en-US" sz="1600"/>
          </a:p>
        </p:txBody>
      </p:sp>
      <p:sp>
        <p:nvSpPr>
          <p:cNvPr id="59" name="사각형: 둥근 모서리 4"/>
          <p:cNvSpPr/>
          <p:nvPr/>
        </p:nvSpPr>
        <p:spPr>
          <a:xfrm>
            <a:off x="7875225" y="2556341"/>
            <a:ext cx="2019688" cy="74762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규정에 맞지 않는 프로젝트 삭제</a:t>
            </a:r>
            <a:endParaRPr lang="ko-KR" altLang="en-US" sz="1600"/>
          </a:p>
        </p:txBody>
      </p:sp>
      <p:cxnSp>
        <p:nvCxnSpPr>
          <p:cNvPr id="60" name=""/>
          <p:cNvCxnSpPr>
            <a:stCxn id="48" idx="3"/>
            <a:endCxn id="59" idx="2"/>
          </p:cNvCxnSpPr>
          <p:nvPr/>
        </p:nvCxnSpPr>
        <p:spPr>
          <a:xfrm flipV="1">
            <a:off x="4341840" y="3303961"/>
            <a:ext cx="4543230" cy="25007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"/>
          <p:cNvCxnSpPr>
            <a:stCxn id="48" idx="0"/>
            <a:endCxn id="54" idx="1"/>
          </p:cNvCxnSpPr>
          <p:nvPr/>
        </p:nvCxnSpPr>
        <p:spPr>
          <a:xfrm rot="5400000" flipH="1" flipV="1">
            <a:off x="4264134" y="2298049"/>
            <a:ext cx="331040" cy="159524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4"/>
          <p:cNvSpPr/>
          <p:nvPr/>
        </p:nvSpPr>
        <p:spPr>
          <a:xfrm>
            <a:off x="5255851" y="4156541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/>
              <a:t>Q&amp;A</a:t>
            </a:r>
            <a:endParaRPr lang="en-US" altLang="ko-KR" sz="1600"/>
          </a:p>
        </p:txBody>
      </p:sp>
      <p:sp>
        <p:nvSpPr>
          <p:cNvPr id="63" name="사각형: 둥근 모서리 4"/>
          <p:cNvSpPr/>
          <p:nvPr/>
        </p:nvSpPr>
        <p:spPr>
          <a:xfrm>
            <a:off x="5255851" y="5128091"/>
            <a:ext cx="1680297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자주 묻는 질문</a:t>
            </a:r>
            <a:endParaRPr lang="ko-KR" altLang="en-US" sz="1600"/>
          </a:p>
        </p:txBody>
      </p:sp>
      <p:cxnSp>
        <p:nvCxnSpPr>
          <p:cNvPr id="64" name="직선 화살표 연결선 39"/>
          <p:cNvCxnSpPr>
            <a:stCxn id="50" idx="3"/>
            <a:endCxn id="62" idx="1"/>
          </p:cNvCxnSpPr>
          <p:nvPr/>
        </p:nvCxnSpPr>
        <p:spPr>
          <a:xfrm flipV="1">
            <a:off x="4360890" y="4449389"/>
            <a:ext cx="894961" cy="4952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39"/>
          <p:cNvCxnSpPr>
            <a:stCxn id="50" idx="3"/>
            <a:endCxn id="63" idx="1"/>
          </p:cNvCxnSpPr>
          <p:nvPr/>
        </p:nvCxnSpPr>
        <p:spPr>
          <a:xfrm>
            <a:off x="4360889" y="4944688"/>
            <a:ext cx="894962" cy="4762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4"/>
          <p:cNvSpPr/>
          <p:nvPr/>
        </p:nvSpPr>
        <p:spPr>
          <a:xfrm>
            <a:off x="8008575" y="4470866"/>
            <a:ext cx="1419613" cy="88097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등록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수정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삭제</a:t>
            </a:r>
            <a:endParaRPr lang="ko-KR" altLang="en-US" sz="1600"/>
          </a:p>
        </p:txBody>
      </p:sp>
      <p:cxnSp>
        <p:nvCxnSpPr>
          <p:cNvPr id="68" name="직선 화살표 연결선 39"/>
          <p:cNvCxnSpPr>
            <a:stCxn id="63" idx="3"/>
            <a:endCxn id="66" idx="1"/>
          </p:cNvCxnSpPr>
          <p:nvPr/>
        </p:nvCxnSpPr>
        <p:spPr>
          <a:xfrm flipV="1">
            <a:off x="6936148" y="4911351"/>
            <a:ext cx="1072427" cy="509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39"/>
          <p:cNvCxnSpPr>
            <a:stCxn id="62" idx="3"/>
            <a:endCxn id="66" idx="1"/>
          </p:cNvCxnSpPr>
          <p:nvPr/>
        </p:nvCxnSpPr>
        <p:spPr>
          <a:xfrm>
            <a:off x="6675464" y="4449389"/>
            <a:ext cx="1333111" cy="4619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1921808" y="3429000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좌측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사이드 바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실시간 채팅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cxnSp>
        <p:nvCxnSpPr>
          <p:cNvPr id="11" name="직선 화살표 연결선 39"/>
          <p:cNvCxnSpPr>
            <a:stCxn id="5" idx="3"/>
            <a:endCxn id="12" idx="1"/>
          </p:cNvCxnSpPr>
          <p:nvPr/>
        </p:nvCxnSpPr>
        <p:spPr>
          <a:xfrm>
            <a:off x="3341422" y="3721847"/>
            <a:ext cx="67215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4"/>
          <p:cNvSpPr/>
          <p:nvPr/>
        </p:nvSpPr>
        <p:spPr>
          <a:xfrm>
            <a:off x="4013573" y="3429000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채팅 참여</a:t>
            </a:r>
            <a:endParaRPr lang="ko-KR" altLang="en-US" sz="1600"/>
          </a:p>
        </p:txBody>
      </p:sp>
      <p:cxnSp>
        <p:nvCxnSpPr>
          <p:cNvPr id="13" name="직선 화살표 연결선 39"/>
          <p:cNvCxnSpPr>
            <a:stCxn id="12" idx="3"/>
          </p:cNvCxnSpPr>
          <p:nvPr/>
        </p:nvCxnSpPr>
        <p:spPr>
          <a:xfrm>
            <a:off x="5433186" y="3721847"/>
            <a:ext cx="6628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4"/>
          <p:cNvSpPr/>
          <p:nvPr/>
        </p:nvSpPr>
        <p:spPr>
          <a:xfrm>
            <a:off x="6096000" y="3429000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채팅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1226402" y="3429000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좌측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사이드 바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DB</a:t>
                      </a: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설계 도구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cxnSp>
        <p:nvCxnSpPr>
          <p:cNvPr id="11" name="직선 화살표 연결선 39"/>
          <p:cNvCxnSpPr>
            <a:stCxn id="5" idx="3"/>
            <a:endCxn id="12" idx="1"/>
          </p:cNvCxnSpPr>
          <p:nvPr/>
        </p:nvCxnSpPr>
        <p:spPr>
          <a:xfrm>
            <a:off x="2646015" y="3721847"/>
            <a:ext cx="67215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4"/>
          <p:cNvSpPr/>
          <p:nvPr/>
        </p:nvSpPr>
        <p:spPr>
          <a:xfrm>
            <a:off x="3318167" y="3429000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/>
              <a:t>DB</a:t>
            </a:r>
            <a:r>
              <a:rPr lang="ko-KR" altLang="en-US" sz="1600"/>
              <a:t> 설계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도구</a:t>
            </a:r>
            <a:endParaRPr lang="ko-KR" altLang="en-US" sz="1600"/>
          </a:p>
        </p:txBody>
      </p:sp>
      <p:cxnSp>
        <p:nvCxnSpPr>
          <p:cNvPr id="13" name="직선 화살표 연결선 39"/>
          <p:cNvCxnSpPr>
            <a:stCxn id="12" idx="3"/>
          </p:cNvCxnSpPr>
          <p:nvPr/>
        </p:nvCxnSpPr>
        <p:spPr>
          <a:xfrm flipV="1">
            <a:off x="4737780" y="3721847"/>
            <a:ext cx="6484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4"/>
          <p:cNvSpPr/>
          <p:nvPr/>
        </p:nvSpPr>
        <p:spPr>
          <a:xfrm>
            <a:off x="5386193" y="3429000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/>
              <a:t>ERD</a:t>
            </a:r>
            <a:r>
              <a:rPr lang="ko-KR" altLang="en-US" sz="1600"/>
              <a:t> 그리기</a:t>
            </a:r>
            <a:endParaRPr lang="ko-KR" altLang="en-US" sz="1600"/>
          </a:p>
        </p:txBody>
      </p:sp>
      <p:cxnSp>
        <p:nvCxnSpPr>
          <p:cNvPr id="15" name="직선 화살표 연결선 39"/>
          <p:cNvCxnSpPr>
            <a:stCxn id="14" idx="3"/>
            <a:endCxn id="16" idx="1"/>
          </p:cNvCxnSpPr>
          <p:nvPr/>
        </p:nvCxnSpPr>
        <p:spPr>
          <a:xfrm rot="5400000" flipH="1" flipV="1">
            <a:off x="6705320" y="2967885"/>
            <a:ext cx="854448" cy="653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4"/>
          <p:cNvSpPr/>
          <p:nvPr/>
        </p:nvSpPr>
        <p:spPr>
          <a:xfrm>
            <a:off x="7459281" y="2467162"/>
            <a:ext cx="1419613" cy="800474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텍스트 파일쿼리추출</a:t>
            </a:r>
            <a:endParaRPr lang="ko-KR" altLang="en-US" sz="1600"/>
          </a:p>
        </p:txBody>
      </p:sp>
      <p:sp>
        <p:nvSpPr>
          <p:cNvPr id="17" name="사각형: 둥근 모서리 4"/>
          <p:cNvSpPr/>
          <p:nvPr/>
        </p:nvSpPr>
        <p:spPr>
          <a:xfrm>
            <a:off x="7459281" y="4232089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저장</a:t>
            </a:r>
            <a:endParaRPr lang="ko-KR" altLang="en-US" sz="1600"/>
          </a:p>
        </p:txBody>
      </p:sp>
      <p:cxnSp>
        <p:nvCxnSpPr>
          <p:cNvPr id="18" name="직선 화살표 연결선 39"/>
          <p:cNvCxnSpPr>
            <a:stCxn id="14" idx="3"/>
            <a:endCxn id="17" idx="1"/>
          </p:cNvCxnSpPr>
          <p:nvPr/>
        </p:nvCxnSpPr>
        <p:spPr>
          <a:xfrm rot="16200000" flipH="1">
            <a:off x="6730999" y="3796654"/>
            <a:ext cx="803089" cy="653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39"/>
          <p:cNvCxnSpPr>
            <a:stCxn id="17" idx="3"/>
            <a:endCxn id="20" idx="1"/>
          </p:cNvCxnSpPr>
          <p:nvPr/>
        </p:nvCxnSpPr>
        <p:spPr>
          <a:xfrm flipV="1">
            <a:off x="8878894" y="4524937"/>
            <a:ext cx="7095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4"/>
          <p:cNvSpPr/>
          <p:nvPr/>
        </p:nvSpPr>
        <p:spPr>
          <a:xfrm>
            <a:off x="9588400" y="4232089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/>
              <a:t>ERD</a:t>
            </a:r>
            <a:r>
              <a:rPr lang="ko-KR" altLang="en-US" sz="1600"/>
              <a:t> 조회</a:t>
            </a:r>
            <a:endParaRPr lang="ko-KR" altLang="en-US" sz="1600"/>
          </a:p>
          <a:p>
            <a:pPr algn="ctr">
              <a:defRPr/>
            </a:pPr>
            <a:r>
              <a:rPr lang="en-US" altLang="ko-KR" sz="1600"/>
              <a:t>(</a:t>
            </a:r>
            <a:r>
              <a:rPr lang="ko-KR" altLang="en-US" sz="1600"/>
              <a:t>파일열기</a:t>
            </a:r>
            <a:r>
              <a:rPr lang="en-US" altLang="ko-KR" sz="1600"/>
              <a:t>)</a:t>
            </a:r>
            <a:endParaRPr lang="en-US" altLang="ko-KR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/>
          <p:cNvSpPr/>
          <p:nvPr/>
        </p:nvSpPr>
        <p:spPr>
          <a:xfrm>
            <a:off x="2860592" y="2476500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상위 위키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등록</a:t>
            </a:r>
            <a:endParaRPr lang="ko-KR" altLang="en-US" sz="1600"/>
          </a:p>
        </p:txBody>
      </p:sp>
      <p:graphicFrame>
        <p:nvGraphicFramePr>
          <p:cNvPr id="10" name="표 10"/>
          <p:cNvGraphicFramePr>
            <a:graphicFrameLocks noGrp="1"/>
          </p:cNvGraphicFramePr>
          <p:nvPr/>
        </p:nvGraphicFramePr>
        <p:xfrm>
          <a:off x="437344" y="308530"/>
          <a:ext cx="11317312" cy="11134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9328"/>
                <a:gridCol w="2829328"/>
                <a:gridCol w="2829328"/>
                <a:gridCol w="2829328"/>
              </a:tblGrid>
              <a:tr h="418849">
                <a:tc gridSpan="4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000">
                          <a:solidFill>
                            <a:srgbClr val="2f5597"/>
                          </a:solidFill>
                        </a:rPr>
                        <a:t>Process</a:t>
                      </a:r>
                      <a:endParaRPr lang="en-US" altLang="ko-KR" sz="2000">
                        <a:solidFill>
                          <a:srgbClr val="2f5597"/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단위 프로세스 </a:t>
                      </a: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프로세스명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작성일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작성자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  <a:tr h="347318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위키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2022.11.28</a:t>
                      </a:r>
                      <a:endParaRPr lang="en-US" altLang="ko-KR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6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박종환</a:t>
                      </a:r>
                      <a:endParaRPr lang="ko-KR" altLang="en-US" sz="16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1" name="사각형: 둥근 모서리 4"/>
          <p:cNvSpPr/>
          <p:nvPr/>
        </p:nvSpPr>
        <p:spPr>
          <a:xfrm>
            <a:off x="787505" y="2472576"/>
            <a:ext cx="1541010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회원</a:t>
            </a:r>
            <a:endParaRPr lang="ko-KR" altLang="en-US" sz="1600"/>
          </a:p>
        </p:txBody>
      </p:sp>
      <p:cxnSp>
        <p:nvCxnSpPr>
          <p:cNvPr id="13" name="직선 화살표 연결선 39"/>
          <p:cNvCxnSpPr>
            <a:stCxn id="11" idx="3"/>
            <a:endCxn id="5" idx="1"/>
          </p:cNvCxnSpPr>
          <p:nvPr/>
        </p:nvCxnSpPr>
        <p:spPr>
          <a:xfrm>
            <a:off x="2328515" y="2765424"/>
            <a:ext cx="532077" cy="39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39"/>
          <p:cNvCxnSpPr>
            <a:stCxn id="5" idx="3"/>
            <a:endCxn id="17" idx="1"/>
          </p:cNvCxnSpPr>
          <p:nvPr/>
        </p:nvCxnSpPr>
        <p:spPr>
          <a:xfrm>
            <a:off x="4280206" y="2769347"/>
            <a:ext cx="49472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4"/>
          <p:cNvSpPr/>
          <p:nvPr/>
        </p:nvSpPr>
        <p:spPr>
          <a:xfrm>
            <a:off x="4774931" y="2476500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하위 키워드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등록</a:t>
            </a:r>
            <a:endParaRPr lang="ko-KR" altLang="en-US" sz="1600"/>
          </a:p>
        </p:txBody>
      </p:sp>
      <p:cxnSp>
        <p:nvCxnSpPr>
          <p:cNvPr id="18" name="직선 화살표 연결선 39"/>
          <p:cNvCxnSpPr/>
          <p:nvPr/>
        </p:nvCxnSpPr>
        <p:spPr>
          <a:xfrm flipV="1">
            <a:off x="6194544" y="2756647"/>
            <a:ext cx="718551" cy="127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4"/>
          <p:cNvSpPr/>
          <p:nvPr/>
        </p:nvSpPr>
        <p:spPr>
          <a:xfrm>
            <a:off x="6894711" y="2476500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키워드에 대한 설명</a:t>
            </a:r>
            <a:endParaRPr lang="ko-KR" altLang="en-US" sz="1600"/>
          </a:p>
        </p:txBody>
      </p:sp>
      <p:cxnSp>
        <p:nvCxnSpPr>
          <p:cNvPr id="20" name="직선 화살표 연결선 39"/>
          <p:cNvCxnSpPr/>
          <p:nvPr/>
        </p:nvCxnSpPr>
        <p:spPr>
          <a:xfrm flipV="1">
            <a:off x="8351676" y="2756647"/>
            <a:ext cx="718551" cy="127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4"/>
          <p:cNvSpPr/>
          <p:nvPr/>
        </p:nvSpPr>
        <p:spPr>
          <a:xfrm>
            <a:off x="9051843" y="2476500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등록</a:t>
            </a:r>
            <a:endParaRPr lang="ko-KR" altLang="en-US" sz="1600"/>
          </a:p>
        </p:txBody>
      </p:sp>
      <p:sp>
        <p:nvSpPr>
          <p:cNvPr id="22" name="사각형: 둥근 모서리 4"/>
          <p:cNvSpPr/>
          <p:nvPr/>
        </p:nvSpPr>
        <p:spPr>
          <a:xfrm>
            <a:off x="2860592" y="3811867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상위 위키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수정</a:t>
            </a:r>
            <a:endParaRPr lang="ko-KR" altLang="en-US" sz="1600"/>
          </a:p>
        </p:txBody>
      </p:sp>
      <p:sp>
        <p:nvSpPr>
          <p:cNvPr id="23" name="사각형: 둥근 모서리 4"/>
          <p:cNvSpPr/>
          <p:nvPr/>
        </p:nvSpPr>
        <p:spPr>
          <a:xfrm>
            <a:off x="787505" y="3807944"/>
            <a:ext cx="1541010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회원</a:t>
            </a:r>
            <a:endParaRPr lang="ko-KR" altLang="en-US" sz="1600"/>
          </a:p>
        </p:txBody>
      </p:sp>
      <p:cxnSp>
        <p:nvCxnSpPr>
          <p:cNvPr id="24" name="직선 화살표 연결선 39"/>
          <p:cNvCxnSpPr/>
          <p:nvPr/>
        </p:nvCxnSpPr>
        <p:spPr>
          <a:xfrm>
            <a:off x="2328515" y="4100791"/>
            <a:ext cx="532077" cy="39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39"/>
          <p:cNvCxnSpPr/>
          <p:nvPr/>
        </p:nvCxnSpPr>
        <p:spPr>
          <a:xfrm>
            <a:off x="4270869" y="4100791"/>
            <a:ext cx="532077" cy="39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4"/>
          <p:cNvSpPr/>
          <p:nvPr/>
        </p:nvSpPr>
        <p:spPr>
          <a:xfrm>
            <a:off x="4774931" y="3839882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하위 키워드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수정</a:t>
            </a:r>
            <a:endParaRPr lang="ko-KR" altLang="en-US" sz="1600"/>
          </a:p>
        </p:txBody>
      </p:sp>
      <p:cxnSp>
        <p:nvCxnSpPr>
          <p:cNvPr id="28" name="직선 화살표 연결선 39"/>
          <p:cNvCxnSpPr/>
          <p:nvPr/>
        </p:nvCxnSpPr>
        <p:spPr>
          <a:xfrm flipV="1">
            <a:off x="6194544" y="4120029"/>
            <a:ext cx="718551" cy="127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4"/>
          <p:cNvSpPr/>
          <p:nvPr/>
        </p:nvSpPr>
        <p:spPr>
          <a:xfrm>
            <a:off x="6894711" y="3839882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키워드에 대한 설명</a:t>
            </a:r>
            <a:endParaRPr lang="ko-KR" altLang="en-US" sz="1600"/>
          </a:p>
        </p:txBody>
      </p:sp>
      <p:cxnSp>
        <p:nvCxnSpPr>
          <p:cNvPr id="30" name="직선 화살표 연결선 39"/>
          <p:cNvCxnSpPr/>
          <p:nvPr/>
        </p:nvCxnSpPr>
        <p:spPr>
          <a:xfrm flipV="1">
            <a:off x="8351676" y="4120029"/>
            <a:ext cx="718551" cy="127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4"/>
          <p:cNvSpPr/>
          <p:nvPr/>
        </p:nvSpPr>
        <p:spPr>
          <a:xfrm>
            <a:off x="9051843" y="3839882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수정</a:t>
            </a:r>
            <a:endParaRPr lang="ko-KR" altLang="en-US" sz="1600"/>
          </a:p>
        </p:txBody>
      </p:sp>
      <p:sp>
        <p:nvSpPr>
          <p:cNvPr id="32" name="사각형: 둥근 모서리 4"/>
          <p:cNvSpPr/>
          <p:nvPr/>
        </p:nvSpPr>
        <p:spPr>
          <a:xfrm>
            <a:off x="787505" y="4975223"/>
            <a:ext cx="1541010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프로젝트 리더</a:t>
            </a:r>
            <a:endParaRPr lang="ko-KR" altLang="en-US" sz="1600"/>
          </a:p>
        </p:txBody>
      </p:sp>
      <p:sp>
        <p:nvSpPr>
          <p:cNvPr id="33" name="사각형: 둥근 모서리 4"/>
          <p:cNvSpPr/>
          <p:nvPr/>
        </p:nvSpPr>
        <p:spPr>
          <a:xfrm>
            <a:off x="2860592" y="4979147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상위 위키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삭제</a:t>
            </a:r>
            <a:endParaRPr lang="ko-KR" altLang="en-US" sz="1600"/>
          </a:p>
        </p:txBody>
      </p:sp>
      <p:cxnSp>
        <p:nvCxnSpPr>
          <p:cNvPr id="34" name="직선 화살표 연결선 39"/>
          <p:cNvCxnSpPr/>
          <p:nvPr/>
        </p:nvCxnSpPr>
        <p:spPr>
          <a:xfrm>
            <a:off x="2328515" y="5268071"/>
            <a:ext cx="532077" cy="39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9"/>
          <p:cNvCxnSpPr>
            <a:stCxn id="32" idx="3"/>
            <a:endCxn id="36" idx="1"/>
          </p:cNvCxnSpPr>
          <p:nvPr/>
        </p:nvCxnSpPr>
        <p:spPr>
          <a:xfrm rot="16200000" flipH="1">
            <a:off x="2060312" y="5536273"/>
            <a:ext cx="1068483" cy="5320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4"/>
          <p:cNvSpPr/>
          <p:nvPr/>
        </p:nvSpPr>
        <p:spPr>
          <a:xfrm>
            <a:off x="2860592" y="6043706"/>
            <a:ext cx="1419613" cy="585695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/>
              <a:t>하위 위키 </a:t>
            </a:r>
            <a:endParaRPr lang="ko-KR" altLang="en-US" sz="1600"/>
          </a:p>
          <a:p>
            <a:pPr algn="ctr">
              <a:defRPr/>
            </a:pPr>
            <a:r>
              <a:rPr lang="ko-KR" altLang="en-US" sz="1600"/>
              <a:t>삭제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1026</ep:Words>
  <ep:PresentationFormat>와이드스크린</ep:PresentationFormat>
  <ep:Paragraphs>325</ep:Paragraphs>
  <ep:Slides>32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ep:HeadingPairs>
  <ep:TitlesOfParts>
    <vt:vector size="3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2022-08-26T01:08:16.000</dcterms:created>
  <dc:creator>민 정</dc:creator>
  <cp:lastModifiedBy>PC-07</cp:lastModifiedBy>
  <dcterms:modified xsi:type="dcterms:W3CDTF">2022-12-01T03:33:05.954</dcterms:modified>
  <cp:revision>819</cp:revision>
  <dc:title>PowerPoint 프레젠테이션</dc:title>
  <cp:version>1000.0000.01</cp:version>
</cp:coreProperties>
</file>